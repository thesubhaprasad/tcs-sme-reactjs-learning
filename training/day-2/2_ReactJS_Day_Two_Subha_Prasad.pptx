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722d70e084882" /><Relationship Type="http://schemas.openxmlformats.org/officeDocument/2006/relationships/extended-properties" Target="/docProps/app.xml" Id="R91cbf054c9094bf4" /><Relationship Type="http://schemas.openxmlformats.org/officeDocument/2006/relationships/officeDocument" Target="/ppt/presentation.xml" Id="R8872390cefc2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3fdf63152349a7"/>
  </p:sldMasterIdLst>
  <p:notesMasterIdLst>
    <p:notesMasterId xmlns:r="http://schemas.openxmlformats.org/officeDocument/2006/relationships" r:id="R2e1ee12cfeef4f12"/>
  </p:notesMasterIdLst>
  <p:sldIdLst>
    <p:sldId xmlns:r="http://schemas.openxmlformats.org/officeDocument/2006/relationships" id="256" r:id="Rd2e49fd75f544681"/>
    <p:sldId xmlns:r="http://schemas.openxmlformats.org/officeDocument/2006/relationships" id="257" r:id="R4cf6a8dcd4f04e24"/>
    <p:sldId xmlns:r="http://schemas.openxmlformats.org/officeDocument/2006/relationships" id="258" r:id="Rc8ebc08676c446b9"/>
    <p:sldId xmlns:r="http://schemas.openxmlformats.org/officeDocument/2006/relationships" id="259" r:id="R7e828d0835a04151"/>
    <p:sldId xmlns:r="http://schemas.openxmlformats.org/officeDocument/2006/relationships" id="260" r:id="R2b9ac4a823b24312"/>
    <p:sldId xmlns:r="http://schemas.openxmlformats.org/officeDocument/2006/relationships" id="261" r:id="Re8bf93327ac74a33"/>
    <p:sldId xmlns:r="http://schemas.openxmlformats.org/officeDocument/2006/relationships" id="262" r:id="R82a2765e09ff4928"/>
    <p:sldId xmlns:r="http://schemas.openxmlformats.org/officeDocument/2006/relationships" id="263" r:id="R5a1700f4f9bd48c4"/>
    <p:sldId xmlns:r="http://schemas.openxmlformats.org/officeDocument/2006/relationships" id="264" r:id="Re0e0a118609b4e57"/>
    <p:sldId xmlns:r="http://schemas.openxmlformats.org/officeDocument/2006/relationships" id="265" r:id="Rda01dd8a07cf4dd7"/>
    <p:sldId xmlns:r="http://schemas.openxmlformats.org/officeDocument/2006/relationships" id="266" r:id="Rab82d5c0427f42a4"/>
    <p:sldId xmlns:r="http://schemas.openxmlformats.org/officeDocument/2006/relationships" id="267" r:id="Ra3d59ba499224631"/>
    <p:sldId xmlns:r="http://schemas.openxmlformats.org/officeDocument/2006/relationships" id="268" r:id="Ra83a109e162c41c2"/>
    <p:sldId xmlns:r="http://schemas.openxmlformats.org/officeDocument/2006/relationships" id="269" r:id="Ree13479af5504f26"/>
    <p:sldId xmlns:r="http://schemas.openxmlformats.org/officeDocument/2006/relationships" id="270" r:id="Rfca5a0d345fa446f"/>
    <p:sldId xmlns:r="http://schemas.openxmlformats.org/officeDocument/2006/relationships" id="271" r:id="R6cc3083aec7247f8"/>
    <p:sldId xmlns:r="http://schemas.openxmlformats.org/officeDocument/2006/relationships" id="272" r:id="R3cdedc83474d4f88"/>
    <p:sldId xmlns:r="http://schemas.openxmlformats.org/officeDocument/2006/relationships" id="273" r:id="Rdac4bf8c87754b00"/>
    <p:sldId xmlns:r="http://schemas.openxmlformats.org/officeDocument/2006/relationships" id="274" r:id="R88ec6d50e4eb4846"/>
    <p:sldId xmlns:r="http://schemas.openxmlformats.org/officeDocument/2006/relationships" id="275" r:id="R9af6577197194312"/>
    <p:sldId xmlns:r="http://schemas.openxmlformats.org/officeDocument/2006/relationships" id="276" r:id="R9a8dc85e5c594dbb"/>
    <p:sldId xmlns:r="http://schemas.openxmlformats.org/officeDocument/2006/relationships" id="277" r:id="Ra7fda949b6154497"/>
    <p:sldId xmlns:r="http://schemas.openxmlformats.org/officeDocument/2006/relationships" id="278" r:id="R5ce3afe597a24158"/>
    <p:sldId xmlns:r="http://schemas.openxmlformats.org/officeDocument/2006/relationships" id="279" r:id="R853880d8543f4122"/>
    <p:sldId xmlns:r="http://schemas.openxmlformats.org/officeDocument/2006/relationships" id="280" r:id="R50c0a10ca0e944c8"/>
    <p:sldId xmlns:r="http://schemas.openxmlformats.org/officeDocument/2006/relationships" id="281" r:id="Rcda296663afe46ba"/>
    <p:sldId xmlns:r="http://schemas.openxmlformats.org/officeDocument/2006/relationships" id="282" r:id="Reb4517edb7454a6b"/>
    <p:sldId xmlns:r="http://schemas.openxmlformats.org/officeDocument/2006/relationships" id="283" r:id="R8da98d75f8bc46d9"/>
    <p:sldId xmlns:r="http://schemas.openxmlformats.org/officeDocument/2006/relationships" id="284" r:id="Rb353a477d5054ab0"/>
    <p:sldId xmlns:r="http://schemas.openxmlformats.org/officeDocument/2006/relationships" id="285" r:id="Rc151d6d33c8a4a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95111668a4a12" /><Relationship Type="http://schemas.openxmlformats.org/officeDocument/2006/relationships/slideMaster" Target="/ppt/slideMasters/slideMaster1.xml" Id="R5f3fdf63152349a7" /><Relationship Type="http://schemas.openxmlformats.org/officeDocument/2006/relationships/notesMaster" Target="/ppt/notesMasters/notesMaster1.xml" Id="R2e1ee12cfeef4f12" /><Relationship Type="http://schemas.openxmlformats.org/officeDocument/2006/relationships/presProps" Target="/ppt/presProps.xml" Id="R1127106eb40c496c" /><Relationship Type="http://schemas.openxmlformats.org/officeDocument/2006/relationships/tableStyles" Target="/ppt/tableStyles.xml" Id="R7cbd3575d24940d2" /><Relationship Type="http://schemas.openxmlformats.org/officeDocument/2006/relationships/slide" Target="/ppt/slides/slide1.xml" Id="Rd2e49fd75f544681" /><Relationship Type="http://schemas.openxmlformats.org/officeDocument/2006/relationships/slide" Target="/ppt/slides/slide2.xml" Id="R4cf6a8dcd4f04e24" /><Relationship Type="http://schemas.openxmlformats.org/officeDocument/2006/relationships/slide" Target="/ppt/slides/slide3.xml" Id="Rc8ebc08676c446b9" /><Relationship Type="http://schemas.openxmlformats.org/officeDocument/2006/relationships/slide" Target="/ppt/slides/slide4.xml" Id="R7e828d0835a04151" /><Relationship Type="http://schemas.openxmlformats.org/officeDocument/2006/relationships/slide" Target="/ppt/slides/slide5.xml" Id="R2b9ac4a823b24312" /><Relationship Type="http://schemas.openxmlformats.org/officeDocument/2006/relationships/slide" Target="/ppt/slides/slide6.xml" Id="Re8bf93327ac74a33" /><Relationship Type="http://schemas.openxmlformats.org/officeDocument/2006/relationships/slide" Target="/ppt/slides/slide7.xml" Id="R82a2765e09ff4928" /><Relationship Type="http://schemas.openxmlformats.org/officeDocument/2006/relationships/slide" Target="/ppt/slides/slide8.xml" Id="R5a1700f4f9bd48c4" /><Relationship Type="http://schemas.openxmlformats.org/officeDocument/2006/relationships/slide" Target="/ppt/slides/slide9.xml" Id="Re0e0a118609b4e57" /><Relationship Type="http://schemas.openxmlformats.org/officeDocument/2006/relationships/slide" Target="/ppt/slides/slide10.xml" Id="Rda01dd8a07cf4dd7" /><Relationship Type="http://schemas.openxmlformats.org/officeDocument/2006/relationships/slide" Target="/ppt/slides/slide11.xml" Id="Rab82d5c0427f42a4" /><Relationship Type="http://schemas.openxmlformats.org/officeDocument/2006/relationships/slide" Target="/ppt/slides/slide12.xml" Id="Ra3d59ba499224631" /><Relationship Type="http://schemas.openxmlformats.org/officeDocument/2006/relationships/slide" Target="/ppt/slides/slide13.xml" Id="Ra83a109e162c41c2" /><Relationship Type="http://schemas.openxmlformats.org/officeDocument/2006/relationships/slide" Target="/ppt/slides/slide14.xml" Id="Ree13479af5504f26" /><Relationship Type="http://schemas.openxmlformats.org/officeDocument/2006/relationships/slide" Target="/ppt/slides/slide15.xml" Id="Rfca5a0d345fa446f" /><Relationship Type="http://schemas.openxmlformats.org/officeDocument/2006/relationships/slide" Target="/ppt/slides/slide16.xml" Id="R6cc3083aec7247f8" /><Relationship Type="http://schemas.openxmlformats.org/officeDocument/2006/relationships/slide" Target="/ppt/slides/slide17.xml" Id="R3cdedc83474d4f88" /><Relationship Type="http://schemas.openxmlformats.org/officeDocument/2006/relationships/slide" Target="/ppt/slides/slide18.xml" Id="Rdac4bf8c87754b00" /><Relationship Type="http://schemas.openxmlformats.org/officeDocument/2006/relationships/slide" Target="/ppt/slides/slide19.xml" Id="R88ec6d50e4eb4846" /><Relationship Type="http://schemas.openxmlformats.org/officeDocument/2006/relationships/slide" Target="/ppt/slides/slide20.xml" Id="R9af6577197194312" /><Relationship Type="http://schemas.openxmlformats.org/officeDocument/2006/relationships/slide" Target="/ppt/slides/slide21.xml" Id="R9a8dc85e5c594dbb" /><Relationship Type="http://schemas.openxmlformats.org/officeDocument/2006/relationships/slide" Target="/ppt/slides/slide22.xml" Id="Ra7fda949b6154497" /><Relationship Type="http://schemas.openxmlformats.org/officeDocument/2006/relationships/slide" Target="/ppt/slides/slide23.xml" Id="R5ce3afe597a24158" /><Relationship Type="http://schemas.openxmlformats.org/officeDocument/2006/relationships/slide" Target="/ppt/slides/slide24.xml" Id="R853880d8543f4122" /><Relationship Type="http://schemas.openxmlformats.org/officeDocument/2006/relationships/slide" Target="/ppt/slides/slide25.xml" Id="R50c0a10ca0e944c8" /><Relationship Type="http://schemas.openxmlformats.org/officeDocument/2006/relationships/slide" Target="/ppt/slides/slide26.xml" Id="Rcda296663afe46ba" /><Relationship Type="http://schemas.openxmlformats.org/officeDocument/2006/relationships/slide" Target="/ppt/slides/slide27.xml" Id="Reb4517edb7454a6b" /><Relationship Type="http://schemas.openxmlformats.org/officeDocument/2006/relationships/slide" Target="/ppt/slides/slide28.xml" Id="R8da98d75f8bc46d9" /><Relationship Type="http://schemas.openxmlformats.org/officeDocument/2006/relationships/slide" Target="/ppt/slides/slide29.xml" Id="Rb353a477d5054ab0" /><Relationship Type="http://schemas.openxmlformats.org/officeDocument/2006/relationships/slide" Target="/ppt/slides/slide30.xml" Id="Rc151d6d33c8a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452a5c6164b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45e9732204d81" /><Relationship Type="http://schemas.openxmlformats.org/officeDocument/2006/relationships/notesMaster" Target="/ppt/notesMasters/notesMaster1.xml" Id="R4e239e5170fd42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f16619f5b4144" /><Relationship Type="http://schemas.openxmlformats.org/officeDocument/2006/relationships/notesMaster" Target="/ppt/notesMasters/notesMaster1.xml" Id="Rab70730632e443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8379aec404f7d" /><Relationship Type="http://schemas.openxmlformats.org/officeDocument/2006/relationships/notesMaster" Target="/ppt/notesMasters/notesMaster1.xml" Id="R2cfdfd769686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91cf6c13447b8" /><Relationship Type="http://schemas.openxmlformats.org/officeDocument/2006/relationships/notesMaster" Target="/ppt/notesMasters/notesMaster1.xml" Id="R6a03652dc589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c969408f054e39" /><Relationship Type="http://schemas.openxmlformats.org/officeDocument/2006/relationships/notesMaster" Target="/ppt/notesMasters/notesMaster1.xml" Id="R1fb12f5ff3c5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2a331c9814af6" /><Relationship Type="http://schemas.openxmlformats.org/officeDocument/2006/relationships/notesMaster" Target="/ppt/notesMasters/notesMaster1.xml" Id="R1529a96f821d4a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a4e44ced6645f8" /><Relationship Type="http://schemas.openxmlformats.org/officeDocument/2006/relationships/notesMaster" Target="/ppt/notesMasters/notesMaster1.xml" Id="Reac7ba24d41749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aaf5e3b390413d" /><Relationship Type="http://schemas.openxmlformats.org/officeDocument/2006/relationships/notesMaster" Target="/ppt/notesMasters/notesMaster1.xml" Id="R61de93fbbb464f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4ccff44481494f" /><Relationship Type="http://schemas.openxmlformats.org/officeDocument/2006/relationships/notesMaster" Target="/ppt/notesMasters/notesMaster1.xml" Id="R84d1ede36fdb49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47e4f80a34c6e" /><Relationship Type="http://schemas.openxmlformats.org/officeDocument/2006/relationships/notesMaster" Target="/ppt/notesMasters/notesMaster1.xml" Id="Ra94e44a855174d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c7ac9a56c42b2" /><Relationship Type="http://schemas.openxmlformats.org/officeDocument/2006/relationships/notesMaster" Target="/ppt/notesMasters/notesMaster1.xml" Id="Rd3ecf5b86bf2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64bcdc80cf4915" /><Relationship Type="http://schemas.openxmlformats.org/officeDocument/2006/relationships/notesMaster" Target="/ppt/notesMasters/notesMaster1.xml" Id="R47fe5c3540ed4a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55c2cb998c419f" /><Relationship Type="http://schemas.openxmlformats.org/officeDocument/2006/relationships/notesMaster" Target="/ppt/notesMasters/notesMaster1.xml" Id="Ra45bb45993804f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528135df5c4434" /><Relationship Type="http://schemas.openxmlformats.org/officeDocument/2006/relationships/notesMaster" Target="/ppt/notesMasters/notesMaster1.xml" Id="Rb98bba648ce049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1171c849bf4d15" /><Relationship Type="http://schemas.openxmlformats.org/officeDocument/2006/relationships/notesMaster" Target="/ppt/notesMasters/notesMaster1.xml" Id="R2df80d4720a04d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8716a6c15c41e8" /><Relationship Type="http://schemas.openxmlformats.org/officeDocument/2006/relationships/notesMaster" Target="/ppt/notesMasters/notesMaster1.xml" Id="R5cd0b8b1205a4f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f521d449ce466b" /><Relationship Type="http://schemas.openxmlformats.org/officeDocument/2006/relationships/notesMaster" Target="/ppt/notesMasters/notesMaster1.xml" Id="R2f00f2d597364e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95b4755cc54341" /><Relationship Type="http://schemas.openxmlformats.org/officeDocument/2006/relationships/notesMaster" Target="/ppt/notesMasters/notesMaster1.xml" Id="R7b63b8a8a0e546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541c93f61c42e9" /><Relationship Type="http://schemas.openxmlformats.org/officeDocument/2006/relationships/notesMaster" Target="/ppt/notesMasters/notesMaster1.xml" Id="R419aaff65c9e4c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0de3a3e9384d23" /><Relationship Type="http://schemas.openxmlformats.org/officeDocument/2006/relationships/notesMaster" Target="/ppt/notesMasters/notesMaster1.xml" Id="Rf391d937e0cd45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bdfd9b72554ac5" /><Relationship Type="http://schemas.openxmlformats.org/officeDocument/2006/relationships/notesMaster" Target="/ppt/notesMasters/notesMaster1.xml" Id="R23f6f1d9791d4a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fdcfbe415344b1" /><Relationship Type="http://schemas.openxmlformats.org/officeDocument/2006/relationships/notesMaster" Target="/ppt/notesMasters/notesMaster1.xml" Id="R3b3c05c0ff704c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f1371082594045" /><Relationship Type="http://schemas.openxmlformats.org/officeDocument/2006/relationships/notesMaster" Target="/ppt/notesMasters/notesMaster1.xml" Id="R10592b4e651741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23f0ec57894001" /><Relationship Type="http://schemas.openxmlformats.org/officeDocument/2006/relationships/notesMaster" Target="/ppt/notesMasters/notesMaster1.xml" Id="R78e333df982e4d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9907d096a54d55" /><Relationship Type="http://schemas.openxmlformats.org/officeDocument/2006/relationships/notesMaster" Target="/ppt/notesMasters/notesMaster1.xml" Id="Rfd830eed0ff245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f07e2b631f4759" /><Relationship Type="http://schemas.openxmlformats.org/officeDocument/2006/relationships/notesMaster" Target="/ppt/notesMasters/notesMaster1.xml" Id="R4d48c418ea2a4f9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e3d991d1944599" /><Relationship Type="http://schemas.openxmlformats.org/officeDocument/2006/relationships/notesMaster" Target="/ppt/notesMasters/notesMaster1.xml" Id="Rc066cbb0f09742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08e85213994e42" /><Relationship Type="http://schemas.openxmlformats.org/officeDocument/2006/relationships/notesMaster" Target="/ppt/notesMasters/notesMaster1.xml" Id="R6ae078d1b1304b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84a581ec0d4f5d" /><Relationship Type="http://schemas.openxmlformats.org/officeDocument/2006/relationships/notesMaster" Target="/ppt/notesMasters/notesMaster1.xml" Id="Rcf1ebeb08fad43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bb81c66de44600" /><Relationship Type="http://schemas.openxmlformats.org/officeDocument/2006/relationships/notesMaster" Target="/ppt/notesMasters/notesMaster1.xml" Id="R4c60b0b2f493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1: ReactJS · Day Two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learners. This session builds on Day 1. The project uses fictional product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2: Today’s learning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to recall the ProductCard from Day 1. The goal is to explain the data flow and change source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3: Today’s topic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topic index. Delivery timing lives in trainer notes and README, without a separate schedule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4: Day 1 in one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the function receives and returns. Today explains the props argument in detail.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5: A component has a clear job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this as a text outline, not executable code. Avoid creating a component for every line of markup. Source: https://react.dev/learn/thinking-in-react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6: Component extraction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Demonstrate the fixed title before introducing a prop. Explain that definitions should not be nested inside App. Source: https://react.dev/learn/your-first-component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7: Default and named imports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is a module syntax excerpt. Explain braces around a named import. Source: https://react.dev/learn/importing-and-exporting-components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8: Props are component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Relate a prop to a function parameter. Props can change when the parent renders with new values.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9: Destructuring the props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({ name }) slowly. Do not confuse it with an ordinary positional parameter.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10: Passing different value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why showCategory="false" would still be truthy.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11: Default 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check:day-two to compare undefined and null. Keep the null explanation for revision if the group needs more time.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12: Props are read-only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Avoid modifying incoming product.inStock. State updates arrive on Day 3.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13: Nested content becomes children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Section.jsx and point to {children}.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14: The same wrapper, different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Excerpt omits headingId for brevity. The full project supplies unique heading IDs for accessibility. Source: https://react.dev/learn/passing-props-to-a-component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15: An early return chooses another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excerpt focuses on control flow. The actual component maps cards in the second branch. Source: https://react.dev/learn/conditional-rendering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16: A ternary selects between two 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which branch In stock selects. Source: https://react.dev/learn/conditional-rendering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17: &amp;&amp; includes optional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the actual ProductCard and change showCategory in App later. Source: https://react.dev/learn/conditional-rendering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18: The zero rendering pitfall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learners to predict both outputs when count is zero. Source: https://react.dev/learn/conditional-rendering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19: map returns one element per product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Revisit map from Day 1 and show its JSX return value. Source: https://react.dev/learn/rendering-lists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20: Keys follow the item’s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npm run check:day-two to show ID order. React uses keys to match items across updates. Source: https://react.dev/learn/rendering-lists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21: key and regular props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key is special and not forwarded as a regular prop. Source: https://react.dev/learn/rendering-lists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22: Filtering before rendering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configuration is intentional for Day 2. State and inputs arrive on Day 3. Source: https://react.dev/learn/rendering-lists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23: Styling reusable components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snippet belongs inside StockBadge. Text also conveys status, so meaning does not rely on colour alone. Source: https://react.dev/learn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24: Our composed Product Catalog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the actual UI for 2 minutes. Original counts: 4 total, 2 in stock, 2 out of stock.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25: Tracing parent and child props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6-minute demo. Open each file and ask learners to identify the receiving parameter. Point out showCategory forwarding and headingId in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26: Changing the component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7-minute demo: filtering 2 min, category 2 min, empty list 2 min, restore 1 min. Changes happen in source files, not UI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27: A brand on every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10-minute learner exercise. First 2 min explain, next 6 min work, last 2 min inspect results. ProductCard accepts showBrand=true as a default. ProductList forwards it. App supplies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28: Day 2 knowledge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3-minute Teams chat quiz. Answers: props, no, children, stable sibling item identity, to avoid rendering numeric zero, no. Discuss the answer learners most often miss.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29: Components describe UI from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1-minute recap. Ask a learner to explain the path from App to StockBadge. Next session adds events, state and controlled forms.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Slide 30: Practice and learning 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Time: 1 minute.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1-minute close. Sources: https://react.dev/learn/passing-props-to-a-component https://react.dev/learn/conditional-rendering https://react.dev/learn/rendering-lists. Keep the project running before Day 3. Certification coverage follows the official TCS E1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example: Product Catalog. Products have a numeric INR price and a boolean inStock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cd99ac4a440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2beb3c71f43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28d4c915046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f8801f0504f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2da2e10f448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7cbb8341e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A31C8-5CD1-4964-874A-69C50F8C5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9439DD-B815-4D4D-A727-69E1A8D789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276578-A3AD-418F-B8A3-B496C440B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F8F829-72B4-4A78-8283-8014F1F34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0531E1-0AA5-4516-BB9B-7CB2FB0CE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B85F77-1196-4DDD-8A4C-FC049C8D7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98E8F8-55DD-440F-87A2-6ADA79CF0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91927E-75BF-4EB6-85A6-BA823D97A1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84519-9854-4D93-8634-A543E8A65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4F4638-B2BB-473B-88B8-0DDDE3A0F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21fb0cc03f462d" /><Relationship Type="http://schemas.openxmlformats.org/officeDocument/2006/relationships/slideLayout" Target="/ppt/slideLayouts/slideLayout1.xml" Id="R911c7136308e4df5" /><Relationship Type="http://schemas.openxmlformats.org/officeDocument/2006/relationships/slideLayout" Target="/ppt/slideLayouts/slideLayout2.xml" Id="R934a67d2b32449a9" /><Relationship Type="http://schemas.openxmlformats.org/officeDocument/2006/relationships/slideLayout" Target="/ppt/slideLayouts/slideLayout3.xml" Id="R233c6da6835c487e" /><Relationship Type="http://schemas.openxmlformats.org/officeDocument/2006/relationships/slideLayout" Target="/ppt/slideLayouts/slideLayout4.xml" Id="R847ea64938ce4f87" /><Relationship Type="http://schemas.openxmlformats.org/officeDocument/2006/relationships/slideLayout" Target="/ppt/slideLayouts/slideLayout5.xml" Id="Ra1a3cdfb2e644928" /><Relationship Type="http://schemas.openxmlformats.org/officeDocument/2006/relationships/slideLayout" Target="/ppt/slideLayouts/slideLayout6.xml" Id="R733052f661d44d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c7136308e4df5"/>
    <p:sldLayoutId xmlns:r="http://schemas.openxmlformats.org/officeDocument/2006/relationships" id="2147483650" r:id="R934a67d2b32449a9"/>
    <p:sldLayoutId xmlns:r="http://schemas.openxmlformats.org/officeDocument/2006/relationships" id="2147483651" r:id="R233c6da6835c487e"/>
    <p:sldLayoutId xmlns:r="http://schemas.openxmlformats.org/officeDocument/2006/relationships" id="2147483652" r:id="R847ea64938ce4f87"/>
    <p:sldLayoutId xmlns:r="http://schemas.openxmlformats.org/officeDocument/2006/relationships" id="2147483653" r:id="Ra1a3cdfb2e644928"/>
    <p:sldLayoutId xmlns:r="http://schemas.openxmlformats.org/officeDocument/2006/relationships" id="2147483654" r:id="R733052f661d44d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24614b4304ef9" /><Relationship Type="http://schemas.openxmlformats.org/officeDocument/2006/relationships/image" Target="/ppt/media/image.png" Id="Rbcd00f5fd9b54282" /><Relationship Type="http://schemas.openxmlformats.org/officeDocument/2006/relationships/notesSlide" Target="/ppt/notesSlides/notesSlide1.xml" Id="R87ae97662c4f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fa9fbd62a42bd" /><Relationship Type="http://schemas.openxmlformats.org/officeDocument/2006/relationships/notesSlide" Target="/ppt/notesSlides/notesSlide2.xml" Id="Rc96e8ba6078742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4a3dedf8646ff" /><Relationship Type="http://schemas.openxmlformats.org/officeDocument/2006/relationships/notesSlide" Target="/ppt/notesSlides/notesSlide3.xml" Id="Raebd4649d8b2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43e0d45124eb3" /><Relationship Type="http://schemas.openxmlformats.org/officeDocument/2006/relationships/notesSlide" Target="/ppt/notesSlides/notesSlide4.xml" Id="Rc542fd441bb9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60b2a15464e22" /><Relationship Type="http://schemas.openxmlformats.org/officeDocument/2006/relationships/notesSlide" Target="/ppt/notesSlides/notesSlide5.xml" Id="Rf8fb56e08c8842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53741718d4846" /><Relationship Type="http://schemas.openxmlformats.org/officeDocument/2006/relationships/notesSlide" Target="/ppt/notesSlides/notesSlide6.xml" Id="Rb2470d4bb73249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4161073f546a7" /><Relationship Type="http://schemas.openxmlformats.org/officeDocument/2006/relationships/notesSlide" Target="/ppt/notesSlides/notesSlide7.xml" Id="R58958ba15005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dc8cd3f22490b" /><Relationship Type="http://schemas.openxmlformats.org/officeDocument/2006/relationships/notesSlide" Target="/ppt/notesSlides/notesSlide8.xml" Id="R81d58a567e7d4a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e43413b5c410a" /><Relationship Type="http://schemas.openxmlformats.org/officeDocument/2006/relationships/notesSlide" Target="/ppt/notesSlides/notesSlide9.xml" Id="Raf2b38bd726b42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976cbbc19491a" /><Relationship Type="http://schemas.openxmlformats.org/officeDocument/2006/relationships/notesSlide" Target="/ppt/notesSlides/notesSlide10.xml" Id="R8ec04136df6145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63ed3fab044af" /><Relationship Type="http://schemas.openxmlformats.org/officeDocument/2006/relationships/notesSlide" Target="/ppt/notesSlides/notesSlide11.xml" Id="Rb21cbbe7319041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e1ad3ae19437f" /><Relationship Type="http://schemas.openxmlformats.org/officeDocument/2006/relationships/notesSlide" Target="/ppt/notesSlides/notesSlide12.xml" Id="R23b5d1b63fc44a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e226a07ea4ff8" /><Relationship Type="http://schemas.openxmlformats.org/officeDocument/2006/relationships/notesSlide" Target="/ppt/notesSlides/notesSlide13.xml" Id="R78d428f7f73243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0bb26b04d46c3" /><Relationship Type="http://schemas.openxmlformats.org/officeDocument/2006/relationships/notesSlide" Target="/ppt/notesSlides/notesSlide14.xml" Id="R61d648f886104a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9926649784c79" /><Relationship Type="http://schemas.openxmlformats.org/officeDocument/2006/relationships/notesSlide" Target="/ppt/notesSlides/notesSlide15.xml" Id="Ra4e4ad1eb27846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45524fff045ec" /><Relationship Type="http://schemas.openxmlformats.org/officeDocument/2006/relationships/notesSlide" Target="/ppt/notesSlides/notesSlide16.xml" Id="R531e860d0f5d44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25247d2744a4e" /><Relationship Type="http://schemas.openxmlformats.org/officeDocument/2006/relationships/notesSlide" Target="/ppt/notesSlides/notesSlide17.xml" Id="R5eb6f11e0db341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d4b2793af4bec" /><Relationship Type="http://schemas.openxmlformats.org/officeDocument/2006/relationships/notesSlide" Target="/ppt/notesSlides/notesSlide18.xml" Id="R3b09db8b2ea446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2d8f3302c4449" /><Relationship Type="http://schemas.openxmlformats.org/officeDocument/2006/relationships/notesSlide" Target="/ppt/notesSlides/notesSlide19.xml" Id="R5d68c5ed687a43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e371d882d40a2" /><Relationship Type="http://schemas.openxmlformats.org/officeDocument/2006/relationships/notesSlide" Target="/ppt/notesSlides/notesSlide20.xml" Id="Rfe32125bf285455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68d03802d4bd5" /><Relationship Type="http://schemas.openxmlformats.org/officeDocument/2006/relationships/notesSlide" Target="/ppt/notesSlides/notesSlide21.xml" Id="Rc0213c3d1bc64a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290f8b8024014" /><Relationship Type="http://schemas.openxmlformats.org/officeDocument/2006/relationships/notesSlide" Target="/ppt/notesSlides/notesSlide22.xml" Id="R9525f3f4b46747a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b83c09de74b28" /><Relationship Type="http://schemas.openxmlformats.org/officeDocument/2006/relationships/notesSlide" Target="/ppt/notesSlides/notesSlide23.xml" Id="Rcb5aaafd023a41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6c11989344ea3" /><Relationship Type="http://schemas.openxmlformats.org/officeDocument/2006/relationships/image" Target="/ppt/media/image2.png" Id="R9a044c7dbf7b447b" /><Relationship Type="http://schemas.openxmlformats.org/officeDocument/2006/relationships/notesSlide" Target="/ppt/notesSlides/notesSlide24.xml" Id="Rfe44466e233d49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a33158aaa4a36" /><Relationship Type="http://schemas.openxmlformats.org/officeDocument/2006/relationships/notesSlide" Target="/ppt/notesSlides/notesSlide25.xml" Id="R6445c504df0947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4fc166cec41c0" /><Relationship Type="http://schemas.openxmlformats.org/officeDocument/2006/relationships/notesSlide" Target="/ppt/notesSlides/notesSlide26.xml" Id="R2ee2b6421bbd4e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345512db8486b" /><Relationship Type="http://schemas.openxmlformats.org/officeDocument/2006/relationships/notesSlide" Target="/ppt/notesSlides/notesSlide27.xml" Id="R846242eb4be64e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a66f67b0244e9" /><Relationship Type="http://schemas.openxmlformats.org/officeDocument/2006/relationships/notesSlide" Target="/ppt/notesSlides/notesSlide28.xml" Id="Rc7a6d2b6ec064b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7cb2fb7ef4ebb" /><Relationship Type="http://schemas.openxmlformats.org/officeDocument/2006/relationships/notesSlide" Target="/ppt/notesSlides/notesSlide29.xml" Id="Rd1258c6e50d0478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d01bd25464fe5" /><Relationship Type="http://schemas.openxmlformats.org/officeDocument/2006/relationships/notesSlide" Target="/ppt/notesSlides/notesSlide30.xml" Id="R3bc80e0957784b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5DF3-D13A-419E-97D1-696D40A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342A3-A7F2-4674-98DC-1EBFFE4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ReactJS · Day Two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77216-842A-4AC2-B814-F91FE277C0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00f5fd9b54282"/>
          <a:stretch xmlns:a="http://schemas.openxmlformats.org/drawingml/2006/main"/>
        </p:blipFill>
        <p:spPr>
          <a:xfrm xmlns:a="http://schemas.openxmlformats.org/drawingml/2006/main">
            <a:off x="6477000" y="20002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F5068-DE6F-48CF-975A-BDB86045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Reusable components, props and lists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Subha Prasad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October 2026 · 10:00–11:00 AM 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61D8-C431-44C2-A233-9AE555C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0946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2359-B515-4EDF-BE4D-3279090F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0FD1-2501-4553-8272-34E151E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Today’s 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B254-7018-413B-9C81-A04FFCD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TCS · Assets Consultant (C3A) · SME trainer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Explain parent and child components.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 data through props and compose children.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Choose conditional UI and render keyed lists.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56D2-8905-4072-9EDB-C4101DA6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436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6D8BB-634E-417B-AD20-D1F6A18A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TOPIC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91DE-2B55-400D-8416-B84C0737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Today’s topic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B8FBD-6CA3-4927-97CE-697737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01  Day 1 recall and component extraction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02  Imports, props and default values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03  Composition with children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04  Conditional rendering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05  Lists, keys and CSS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06  Product Catalog hands-on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07  Quiz and try at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62495-F70D-4F21-8747-BB779AA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895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4798-D866-47B4-9B04-240BC61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8D7CE-5B7B-4847-9753-7FCBDD6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1 in one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8757-EB2D-45AB-96AC-121C469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object groups facts about a product.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function component returns JSX.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Braces display JavaScript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19771-BAAB-4078-B292-FBCE1C6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product = { name: 'Notebook' };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ProductCard({ product })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&lt;h3&gt;{product.name}&lt;/h3&gt;;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&lt;ProductCard product={product}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435C4-9D94-429D-BCEB-6BE3014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component displays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9A4B-5985-4556-80DC-09B611F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757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EF56-C100-4CB6-8E1B-AE748E0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C086B-EAAE-4892-96B0-D44AF3BB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has a clear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19E9-4F1B-46E5-9735-DA49108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Split the page when a part has a clear purpose.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list manages several products.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card shows a product name, price and category.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badge shows whether it is in stock.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E7ED0-9206-4350-AFBA-D077AE5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App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PageHeader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ProductSummary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Section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ProductList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  ProductCard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    StockBadge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2C25-7686-445A-8F8C-F92C895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 component hierarchy for our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FE80-71B1-47DA-9C92-1309BDA2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4781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F1910-4B6D-4156-B098-FEBCEA6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89963-B76F-4CFF-96A1-BF4CC59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Component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98B9-3C29-463E-A7E8-A1EE6593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Move repeated markup into a named component.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Keep component definitions at the top level.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capital letters for component names.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2ED8-A065-4126-B1AC-0B4C242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ProductTitle()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&lt;h3&gt;Notebook&lt;/h3&gt;;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default function App()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&lt;ProductTitle /&gt;;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EB337-D985-4DA4-9B9A-415AC13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parent uses the extracted 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5B32-87A0-4DEC-A105-CAF5169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485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D285-8DFC-45AB-97A4-916D239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54DE-4922-4AA3-8ACE-E76D7BE3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 and named imports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231C6-F917-436C-BC61-25CA5092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file can have one default export.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Named exports keep their exported names.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Import paths point to the correct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6CF6-B69C-4611-AC7C-B9CFEAA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ProductCard.jsx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default function ProductCard() { /* ... */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products.js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export const products = [];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App.jsx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ProductCard from './components/ProductCard.jsx';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import { products } from './data/products.js';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86EAC-8E65-41E2-AB93-BA4959E0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Default imports and named imports use different syntax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B4E58-ADE0-46B6-8B5B-42365930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6325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02E84-4724-4929-9D6B-0D6409F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PROPS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9E5FF-1A47-430A-A6A5-18F07E1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Props are component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AD51-FB15-4713-B7E3-2AAB46CF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supplies a named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child receives it in a props object.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One component can display different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9FDC-ED82-417A-8B6B-8198BA3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ProductTitle(props)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&lt;h3&gt;{props.name}&lt;/h3&gt;;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&lt;ProductTitle name="Notebook"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&lt;ProductTitle name="Pen"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8D979-E2DB-4F6E-8CE5-4AAFF8A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Two uses display different names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CB27F-BA14-419F-9693-6C2D23A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324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B2C02-1904-4C64-A42E-AB044865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PROPS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B84A-9F63-454C-B58C-1664E42F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the props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00082-E942-47E9-8387-E22BCC0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Destructuring reads selected property names.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It keeps component code easier to read.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braces belong inside the parameter parentheses.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07E32-30A5-4068-A3CD-53502425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ProductTitle({ name })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&lt;h3&gt;{name}&lt;/h3&gt;;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Same input as props.name in the previous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E6E49-A873-4235-92B6-95D7FAA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name comes from the parent’s props 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4BC57-CAD2-40DE-93BE-3F59787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3203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3E6C-60CB-480D-B900-B067547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PROPS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A6E81-1A2E-45A1-8386-BCA4D22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Passing different value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E18A-64BA-47A9-9F76-415E65F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Quoted values pass strings.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Braces pass JavaScript expressions.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Props can contain objects, arrays and booleans.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4F9F-08C4-402D-817C-2793F4D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&lt;PageHeader title="Shop products"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&lt;ProductSummary products={products}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&lt;ProductCard product={products[0]} showCategory={false}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3945B-FB28-4431-B1D3-6AC1222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false is a boolean, while "false" is a string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48A6-2E3A-4DD2-A07C-4571FC40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206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0EC7-D4D2-4889-B02F-8731D264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PROPS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09BC3-4065-4DF1-A411-0CF3E8A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5330-8974-493B-B6DB-6F4798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default applies to missing or undefined props.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An explicit null, false or zero keeps its value.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Defaults express useful optional inputs.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B9D29-B8FC-46CC-AEA6-D9C74130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StockBadge({ inStock = true })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&lt;span&gt;{inStock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? 'In stock' : 'Out of stock'}&lt;/span&gt;;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&lt;StockBadge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&lt;StockBadge inStock={false}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F14A7-BB9B-4663-A520-1CEB55A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badges display In stock and Out of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3BB42-A051-4A8B-8847-2394050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6560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5643F-0EDC-4DEB-8E2F-ED184EF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PROPS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07E77-CA8D-43FF-BBEB-A377890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Props are read-only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323DD-19C9-4294-9818-50A8410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child reads the supplied data.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Keep transformations separate from the input.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supplies new values when data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0D84-0366-4874-8D3D-A97C68E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inStockProducts = products.filter(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 =&gt; product.inStock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products still holds the original collection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2C45-1A7A-4AD1-A5DD-EA9A4CF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filter creates a new array of matching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133E6-31F1-484C-A8B7-65FB7C7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157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ED08-6711-47F5-8AA0-E8B537C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08BD1-FABA-48D7-9132-E71AEC8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Nested content becomes children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A70A-4725-4226-B548-FBBACA1A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wrapper can accept different nested content.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 supplies that content through children.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wrapper decides where it appears.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47D34-1091-43AC-868B-A1DE200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Section({ title, children })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&lt;section&gt;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  &lt;h2&gt;{title}&lt;/h2&gt;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  {children}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&lt;/section&gt;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D38E-B188-41E0-B671-F50DE41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The title is a prop. Nested JSX fills children.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9155A-B52C-48F8-A5EF-FC0D3605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4600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A9D0-6601-40FC-91A4-F4A03355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58E6A-8ACE-4035-A020-508F040F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same wrapper, different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A1849-80C1-4160-B325-0617730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Reuse Section for the inventory and the empty demo.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Each use supplies its own heading and nested JSX.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1A68-CD96-4E57-857F-6A4F7F9D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&lt;Section title="Shop products"&gt;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&lt;ProductList products={products}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&lt;/Section&gt;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&lt;Section title="Empty-list example"&gt;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&lt;ProductList products={[]}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&lt;/Section&gt;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3708-CCB3-44DB-94E0-930ED8C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Section does not need to know the child’s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3BC92-C2B5-4091-BF4C-A566759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9236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8C591-2857-4BA0-AC4A-A134649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F67D9-2CED-436A-BF8B-60858EA7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An early return chooses another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7B5F8-136A-48E3-A0A0-E81D08D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component can return early for an empty 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usual list rendering follows the other branch.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686C4-537C-4DF7-A520-796E7EB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function ProductList({ products = [] })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if (products.length === 0) 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return &lt;p&gt;No products to display.&lt;/p&gt;;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return &lt;div&gt;{/* product cards */}&lt;/div&gt;;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98D14-7F41-4FB2-A932-D035106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An empty array shows a helpful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E250-25D4-4821-9D33-BAD9CA8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2138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B5E12-EBB7-4981-8E95-69B33A8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3E26-E927-4449-8967-77A8881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ternary selects between two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80799-DD83-4785-A547-617DE45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ternary has a condition and two expressions.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it for short choices in JSX.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Keep complex branches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B7888-6FF0-4771-A484-3F57C608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{product.inStock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? 'Ready to order'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: 'Currently unavailable'}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&lt;/p&gt;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52D19-8D37-4473-962F-46AFC7C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Out of stock products show Currently unavailable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340A1-64B3-48F4-9005-44AF101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15238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D0F7C-D528-48D5-ABF7-6CB39E5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9ED03-6C51-4310-9596-FF804DC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&amp;&amp; includes optional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982-6186-4E97-8138-228B439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true condition includes the expression after &amp;&amp;.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false boolean leaves that content out.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a boolean for visibility props.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A87E-D00C-46B1-86DE-C8CD61F5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{showCategory &amp;&amp;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&lt;p&gt;Category: {product.category}&lt;/p&gt;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474C8-57F1-4FFF-8AE2-CDD655F1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showCategory={false} hides the paragraph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8E0FC-CDCB-4247-994F-3BF576D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73479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A08D8-9A95-4742-BFF7-61AD85AC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07686-15EC-4231-AE86-E8A35E9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zero rendering pitfall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29B8-BFD4-4349-9257-DAAC9D7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numeric zero remains a value in JSX.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an explicit comparison for a yes/no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31376-0173-4BE5-A21E-E3AAEDB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count is 0: this can display 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{count &amp;&amp; &lt;p&gt;Products found&lt;/p&gt;}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count &gt; 0 is false: renders no paragraph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{count &gt; 0 &amp;&amp; &lt;p&gt;Products found&lt;/p&gt;}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1E16-0840-4BDB-9038-799E5E05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 comparison produces the boolean you intended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BDEFE-7F61-4F36-B4C9-C1192E6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34114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8783F-D8B7-4D29-A17B-00C5629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F38BA-D295-4245-9326-E3CDAA4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map returns one element per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5F14-9FE1-4B8F-B58F-4391583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Each callback receives one product object.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returned JSX becomes a sibling in the 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key belongs on that returned component.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F199-350B-4CFC-8B84-1801B6F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{products.map(product =&gt;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&lt;ProductCard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key={product.id}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  product={product}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))}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921C8-2EFE-45E0-B0A0-FCD2051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Four objects create four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01AC7-812A-4918-9BAA-856F009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6089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02A38-F794-47A6-A5C8-A528226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CD5B-ED7B-4013-9021-E21161C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Keys follow the item’s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E5D5-E9A4-4AFF-BEFA-6153030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Use stable IDs from the data.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Keys need to be unique among siblings.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Avoid random keys created during rendering.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Indices become unreliable when items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FAD76-8632-4A8B-9751-BE8B34C3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Before reordering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['P-101', 'P-102', 'P-103']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After reordering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['P-103', 'P-101', 'P-102']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FF046-D10A-49F9-BCBE-13FC7E6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Positions changed. Each product’s ID stayed the same.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552AC-8B9D-4331-A4A1-7712CD2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22559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9156A-EE3F-4B95-AF39-BB85565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7B319-3EC8-4981-837F-E71BCE1E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key and regular props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CAC1-8436-4612-8ED2-364C754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 uses key to track a sibling’s identity.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child receives its explicit data props.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Send an ID separately when the child needs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353C5-1E63-4B5A-8A0E-2C0D24B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&lt;ProductCard key={product.id} product={product} /&gt;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Inside ProductCard: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&lt;span&gt;{product.id}&lt;/span&gt;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72FD-BE14-47A1-BB21-D909954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ProductCard reads product.id rather than props.key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49D33-0C9E-440F-A260-21699475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615728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2DEE-FAC9-4E83-BF95-FA1A7F38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2595-855A-4888-9726-F766589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Filtering before rendering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95FA6-A587-4FAE-BC30-E992AEE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parent selects the visible collection.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list component renders whichever array it receives.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Summary counts can still describe the full dataset.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00FA-322B-44AD-8737-9E3D859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visibleProducts = products.filter(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product =&gt; product.inStock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&lt;ProductSummary products={products} /&gt;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&lt;ProductList products={visibleProducts}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A647-8768-4204-B0E9-B670D38E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Two cards appear. The summary still shows four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2FDE8-F4AA-4A24-8B59-2B1E31A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14156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B812-67D1-45F3-B3EB-F0A4476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CSS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3660D-0993-4878-84E5-CF0E33E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Styling reusable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16A95-5C1E-4255-B392-4F1D47A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className connects JSX to CSS rules.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 stock boolean chooses a class.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The component still uses semantic HTML.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472C-D522-44B2-B1A5-5FF3007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stockClass = inStock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? 'in-stock' : 'out-of-stock';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&lt;span className={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`status ${stockClass}`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}&gt;{inStock ? 'In stock' : 'Out of stock'}&lt;/span&gt;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71CA-477B-4657-828F-3A953B39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In stock and Out of stock have different visual styles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9D854-7503-4657-9F7A-76A29B2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27634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5BBBF-AE34-4F54-BABF-B66A3834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HANDS-ON ·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40004-0D30-4BC1-A0EE-4D52635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Our composed Product Catalog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10B98-6B7A-4CA6-8B6E-12E80522A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44c7dbf7b447b"/>
          <a:stretch xmlns:a="http://schemas.openxmlformats.org/drawingml/2006/main"/>
        </p:blipFill>
        <p:spPr>
          <a:xfrm xmlns:a="http://schemas.openxmlformats.org/drawingml/2006/main">
            <a:off x="6453844" y="2095500"/>
            <a:ext cx="4141966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20A99-1D36-49AA-94E6-4F58340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381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fictional products use the same card component.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summary derives totals from all products.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 accepts different nested content.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empty example uses the same ProductList.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A2F74-AF31-4A60-A5A7-44620A01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30538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290A5-A802-4E3B-B6F4-7579301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 ·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DD854-081E-430F-B021-095AC41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Tracing parent and child props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2B246-09B5-450D-A690-F8B3425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App supplies products to ProductList.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ProductList maps one ProductCard per item.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ProductCard passes inStock to StockBadge.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Section receives the list through children.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F727-0BCC-4817-B56B-DA175B9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App: &lt;ProductList products={visibleProducts} /&gt;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ProductList: &lt;ProductCard product={product} /&gt;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ProductCard: &lt;StockBadge inStock={product.inStock}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30F0-AD7E-4821-9026-603875A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Follow one product from source data to the badge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B4860-FBFE-404E-9C14-2E746FD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596071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10BAD-D10D-40B0-9A76-583CB05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 ·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C77B9-AEFD-4AD8-84B8-F4396A9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Changing the component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D210-84F5-45A8-AAB8-B365C82B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Change selectedStock to In stock in App.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Change showCategory to false and save.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 an empty array to the inventory ProductList.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Restore the original configuration afterward.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0641B-F8F2-4C32-A644-7F139175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selectedStock = 'In stock';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const showCategory = false;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Empty-list experiment: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&lt;ProductList products={[]} /&gt;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87DDD-8254-4CD0-95CC-731D19C1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In stock: two cards. Empty array: fallback message.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5B07-F5BA-41AD-AE88-86DCF9D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177206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B4A46-48F3-4EA6-99D7-C85C7AB2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HANDS-ON · YOUR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5481-FB27-4CC4-8AEE-22D49B0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A brand on every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4BE56-B8D6-4128-9AAD-19FF9AE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4291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Add brand to each product object.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Display it in ProductCard.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Pass showBrand through the parent and list.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Verify the true and false cases.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3749-33F9-474A-8091-ED761124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90750"/>
            <a:ext cx="614362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// ProductCard JSX excerpt: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{showBrand &amp;&amp; (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  &lt;p&gt;Brand: {product.brand}&lt;/p&gt;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87B8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B80"/>
                </a:solidFill>
                <a:latin typeface="Consolas"/>
                <a:ea typeface="Consolas"/>
                <a:cs typeface="Consolas"/>
              </a:rPr>
              <a:t>)}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50BA9-D418-4B01-AA96-5C85350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673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8555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5551E"/>
                </a:solidFill>
                <a:latin typeface="Arial"/>
                <a:ea typeface="Arial"/>
                <a:cs typeface="Arial"/>
              </a:rPr>
              <a:t>A boolean prop controls the brand paragraph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AAA13-FDC8-430C-A69D-B4C2071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362166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D695-4211-45A9-89CC-B8DD40D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0D22-B800-4749-91A2-A977DD5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Day 2 knowledge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A501-0592-469E-9BC3-B33F5DC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1. How does a parent pass data to a child?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2. Does a default apply to null?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3. Which prop receives nested JSX?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4. What should a list key identify?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5. Why use count &gt; 0 with &amp;&amp;?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6. Should a child mutate its props?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2B4C9-EB36-44CA-894B-ACA052A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01312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437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795CA-0429-4729-9979-D09C691A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92E8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2E8DF"/>
                </a:solidFill>
                <a:latin typeface="Arial"/>
                <a:ea typeface="Arial"/>
                <a:cs typeface="Arial"/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BA0F8-D2D6-4C9E-95B2-312CF68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 describe UI from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9C2CD-2DB1-43E2-98B4-35585FE4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Props supply the data a component reads.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children supplies nested content.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Conditions choose the displayed UI.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Lists need stable keys attached to their items.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5F717-7DEA-4822-9923-B3435BD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92B4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2B4C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293447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5460-6AA6-4571-B1C5-9177ABB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007D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D83"/>
                </a:solidFill>
                <a:latin typeface="Arial"/>
                <a:ea typeface="Arial"/>
                <a:cs typeface="Arial"/>
              </a:rPr>
              <a:t>TRY AT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AEA89-4DC3-40A0-9BBB-0E0A054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4D"/>
                </a:solidFill>
                <a:latin typeface="Arial"/>
                <a:ea typeface="Arial"/>
                <a:cs typeface="Arial"/>
              </a:rPr>
              <a:t>Practice and learning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DAC08-BB40-4AC8-9A85-A4B46F06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Extract a ProductDetails component.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Compare missing, undefined and null props.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Repeat the brand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React: react.dev/learn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203B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4D"/>
                </a:solidFill>
                <a:latin typeface="Arial"/>
                <a:ea typeface="Arial"/>
                <a:cs typeface="Arial"/>
              </a:rPr>
              <a:t>Props, conditions and lists: React learning guides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B892-CC98-4404-88C3-D05413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B7F8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F8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37956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2026-10-11T16:59:04.7280000Z</dcterms:created>
  <dcterms:modified xsi:type="dcterms:W3CDTF">2026-10-11T16:59:04.7280000Z</dcterms:modified>
</coreProperties>
</file>