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69241f121e465f" /><Relationship Type="http://schemas.openxmlformats.org/officeDocument/2006/relationships/extended-properties" Target="/docProps/app.xml" Id="Rc055228f83cd42c0" /><Relationship Type="http://schemas.openxmlformats.org/officeDocument/2006/relationships/officeDocument" Target="/ppt/presentation.xml" Id="Rce6730c5999a45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8239c66e534ee9"/>
  </p:sldMasterIdLst>
  <p:notesMasterIdLst>
    <p:notesMasterId xmlns:r="http://schemas.openxmlformats.org/officeDocument/2006/relationships" r:id="R5a2c1aa862774136"/>
  </p:notesMasterIdLst>
  <p:sldIdLst>
    <p:sldId xmlns:r="http://schemas.openxmlformats.org/officeDocument/2006/relationships" id="256" r:id="R3e9189f387804b61"/>
    <p:sldId xmlns:r="http://schemas.openxmlformats.org/officeDocument/2006/relationships" id="257" r:id="Rf528b52455e94518"/>
    <p:sldId xmlns:r="http://schemas.openxmlformats.org/officeDocument/2006/relationships" id="258" r:id="R8cfb8b3b2bf6465b"/>
    <p:sldId xmlns:r="http://schemas.openxmlformats.org/officeDocument/2006/relationships" id="259" r:id="Ra38e14ca97ab4ab8"/>
    <p:sldId xmlns:r="http://schemas.openxmlformats.org/officeDocument/2006/relationships" id="260" r:id="Rb982d1a952f9470d"/>
    <p:sldId xmlns:r="http://schemas.openxmlformats.org/officeDocument/2006/relationships" id="261" r:id="Ra4838705c4544311"/>
    <p:sldId xmlns:r="http://schemas.openxmlformats.org/officeDocument/2006/relationships" id="262" r:id="Ra743034b24504438"/>
    <p:sldId xmlns:r="http://schemas.openxmlformats.org/officeDocument/2006/relationships" id="263" r:id="R924bc459e6934e92"/>
    <p:sldId xmlns:r="http://schemas.openxmlformats.org/officeDocument/2006/relationships" id="264" r:id="R64dd00de40e64154"/>
    <p:sldId xmlns:r="http://schemas.openxmlformats.org/officeDocument/2006/relationships" id="265" r:id="R974d39cfb09c4b53"/>
    <p:sldId xmlns:r="http://schemas.openxmlformats.org/officeDocument/2006/relationships" id="266" r:id="R0e7b64e812cd435e"/>
    <p:sldId xmlns:r="http://schemas.openxmlformats.org/officeDocument/2006/relationships" id="267" r:id="R514e2c81dec34075"/>
    <p:sldId xmlns:r="http://schemas.openxmlformats.org/officeDocument/2006/relationships" id="268" r:id="R2c3b3d0358f344f3"/>
    <p:sldId xmlns:r="http://schemas.openxmlformats.org/officeDocument/2006/relationships" id="269" r:id="R301b7d3dbab74603"/>
    <p:sldId xmlns:r="http://schemas.openxmlformats.org/officeDocument/2006/relationships" id="270" r:id="Rdc1319be4e3e4e92"/>
    <p:sldId xmlns:r="http://schemas.openxmlformats.org/officeDocument/2006/relationships" id="271" r:id="R38d25eaf0de74fb8"/>
    <p:sldId xmlns:r="http://schemas.openxmlformats.org/officeDocument/2006/relationships" id="272" r:id="Rbc853bb22f194325"/>
    <p:sldId xmlns:r="http://schemas.openxmlformats.org/officeDocument/2006/relationships" id="273" r:id="Rb17f31b3e9384cec"/>
    <p:sldId xmlns:r="http://schemas.openxmlformats.org/officeDocument/2006/relationships" id="274" r:id="R27068094c1ad4a57"/>
    <p:sldId xmlns:r="http://schemas.openxmlformats.org/officeDocument/2006/relationships" id="275" r:id="R5433610aa48a49e9"/>
    <p:sldId xmlns:r="http://schemas.openxmlformats.org/officeDocument/2006/relationships" id="276" r:id="Rb24c812ad8434d82"/>
    <p:sldId xmlns:r="http://schemas.openxmlformats.org/officeDocument/2006/relationships" id="277" r:id="R7ed67bf1c9ff414e"/>
    <p:sldId xmlns:r="http://schemas.openxmlformats.org/officeDocument/2006/relationships" id="278" r:id="Ref18218e8ea2438f"/>
    <p:sldId xmlns:r="http://schemas.openxmlformats.org/officeDocument/2006/relationships" id="279" r:id="R0f894d64a70d42f0"/>
    <p:sldId xmlns:r="http://schemas.openxmlformats.org/officeDocument/2006/relationships" id="280" r:id="R5d940e287aa94823"/>
    <p:sldId xmlns:r="http://schemas.openxmlformats.org/officeDocument/2006/relationships" id="281" r:id="Ra4ef6a2509d241fc"/>
    <p:sldId xmlns:r="http://schemas.openxmlformats.org/officeDocument/2006/relationships" id="282" r:id="R003d83eb27f346c5"/>
    <p:sldId xmlns:r="http://schemas.openxmlformats.org/officeDocument/2006/relationships" id="283" r:id="Rca4b29bd22db47ee"/>
    <p:sldId xmlns:r="http://schemas.openxmlformats.org/officeDocument/2006/relationships" id="284" r:id="R0d035fa972004251"/>
    <p:sldId xmlns:r="http://schemas.openxmlformats.org/officeDocument/2006/relationships" id="285" r:id="Rab6e9b30844846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6f5970b5824a17" /><Relationship Type="http://schemas.openxmlformats.org/officeDocument/2006/relationships/slideMaster" Target="/ppt/slideMasters/slideMaster1.xml" Id="R1f8239c66e534ee9" /><Relationship Type="http://schemas.openxmlformats.org/officeDocument/2006/relationships/notesMaster" Target="/ppt/notesMasters/notesMaster1.xml" Id="R5a2c1aa862774136" /><Relationship Type="http://schemas.openxmlformats.org/officeDocument/2006/relationships/presProps" Target="/ppt/presProps.xml" Id="Rbe62a89695cf4d02" /><Relationship Type="http://schemas.openxmlformats.org/officeDocument/2006/relationships/tableStyles" Target="/ppt/tableStyles.xml" Id="Rf03a9a9c61cb47b0" /><Relationship Type="http://schemas.openxmlformats.org/officeDocument/2006/relationships/slide" Target="/ppt/slides/slide1.xml" Id="R3e9189f387804b61" /><Relationship Type="http://schemas.openxmlformats.org/officeDocument/2006/relationships/slide" Target="/ppt/slides/slide2.xml" Id="Rf528b52455e94518" /><Relationship Type="http://schemas.openxmlformats.org/officeDocument/2006/relationships/slide" Target="/ppt/slides/slide3.xml" Id="R8cfb8b3b2bf6465b" /><Relationship Type="http://schemas.openxmlformats.org/officeDocument/2006/relationships/slide" Target="/ppt/slides/slide4.xml" Id="Ra38e14ca97ab4ab8" /><Relationship Type="http://schemas.openxmlformats.org/officeDocument/2006/relationships/slide" Target="/ppt/slides/slide5.xml" Id="Rb982d1a952f9470d" /><Relationship Type="http://schemas.openxmlformats.org/officeDocument/2006/relationships/slide" Target="/ppt/slides/slide6.xml" Id="Ra4838705c4544311" /><Relationship Type="http://schemas.openxmlformats.org/officeDocument/2006/relationships/slide" Target="/ppt/slides/slide7.xml" Id="Ra743034b24504438" /><Relationship Type="http://schemas.openxmlformats.org/officeDocument/2006/relationships/slide" Target="/ppt/slides/slide8.xml" Id="R924bc459e6934e92" /><Relationship Type="http://schemas.openxmlformats.org/officeDocument/2006/relationships/slide" Target="/ppt/slides/slide9.xml" Id="R64dd00de40e64154" /><Relationship Type="http://schemas.openxmlformats.org/officeDocument/2006/relationships/slide" Target="/ppt/slides/slide10.xml" Id="R974d39cfb09c4b53" /><Relationship Type="http://schemas.openxmlformats.org/officeDocument/2006/relationships/slide" Target="/ppt/slides/slide11.xml" Id="R0e7b64e812cd435e" /><Relationship Type="http://schemas.openxmlformats.org/officeDocument/2006/relationships/slide" Target="/ppt/slides/slide12.xml" Id="R514e2c81dec34075" /><Relationship Type="http://schemas.openxmlformats.org/officeDocument/2006/relationships/slide" Target="/ppt/slides/slide13.xml" Id="R2c3b3d0358f344f3" /><Relationship Type="http://schemas.openxmlformats.org/officeDocument/2006/relationships/slide" Target="/ppt/slides/slide14.xml" Id="R301b7d3dbab74603" /><Relationship Type="http://schemas.openxmlformats.org/officeDocument/2006/relationships/slide" Target="/ppt/slides/slide15.xml" Id="Rdc1319be4e3e4e92" /><Relationship Type="http://schemas.openxmlformats.org/officeDocument/2006/relationships/slide" Target="/ppt/slides/slide16.xml" Id="R38d25eaf0de74fb8" /><Relationship Type="http://schemas.openxmlformats.org/officeDocument/2006/relationships/slide" Target="/ppt/slides/slide17.xml" Id="Rbc853bb22f194325" /><Relationship Type="http://schemas.openxmlformats.org/officeDocument/2006/relationships/slide" Target="/ppt/slides/slide18.xml" Id="Rb17f31b3e9384cec" /><Relationship Type="http://schemas.openxmlformats.org/officeDocument/2006/relationships/slide" Target="/ppt/slides/slide19.xml" Id="R27068094c1ad4a57" /><Relationship Type="http://schemas.openxmlformats.org/officeDocument/2006/relationships/slide" Target="/ppt/slides/slide20.xml" Id="R5433610aa48a49e9" /><Relationship Type="http://schemas.openxmlformats.org/officeDocument/2006/relationships/slide" Target="/ppt/slides/slide21.xml" Id="Rb24c812ad8434d82" /><Relationship Type="http://schemas.openxmlformats.org/officeDocument/2006/relationships/slide" Target="/ppt/slides/slide22.xml" Id="R7ed67bf1c9ff414e" /><Relationship Type="http://schemas.openxmlformats.org/officeDocument/2006/relationships/slide" Target="/ppt/slides/slide23.xml" Id="Ref18218e8ea2438f" /><Relationship Type="http://schemas.openxmlformats.org/officeDocument/2006/relationships/slide" Target="/ppt/slides/slide24.xml" Id="R0f894d64a70d42f0" /><Relationship Type="http://schemas.openxmlformats.org/officeDocument/2006/relationships/slide" Target="/ppt/slides/slide25.xml" Id="R5d940e287aa94823" /><Relationship Type="http://schemas.openxmlformats.org/officeDocument/2006/relationships/slide" Target="/ppt/slides/slide26.xml" Id="Ra4ef6a2509d241fc" /><Relationship Type="http://schemas.openxmlformats.org/officeDocument/2006/relationships/slide" Target="/ppt/slides/slide27.xml" Id="R003d83eb27f346c5" /><Relationship Type="http://schemas.openxmlformats.org/officeDocument/2006/relationships/slide" Target="/ppt/slides/slide28.xml" Id="Rca4b29bd22db47ee" /><Relationship Type="http://schemas.openxmlformats.org/officeDocument/2006/relationships/slide" Target="/ppt/slides/slide29.xml" Id="R0d035fa972004251" /><Relationship Type="http://schemas.openxmlformats.org/officeDocument/2006/relationships/slide" Target="/ppt/slides/slide30.xml" Id="Rab6e9b30844846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eff91021274f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f234d45ba343d8" /><Relationship Type="http://schemas.openxmlformats.org/officeDocument/2006/relationships/notesMaster" Target="/ppt/notesMasters/notesMaster1.xml" Id="R5b466286598d4d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5aa485b7144472" /><Relationship Type="http://schemas.openxmlformats.org/officeDocument/2006/relationships/notesMaster" Target="/ppt/notesMasters/notesMaster1.xml" Id="R423574daa22248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5b85e235624492" /><Relationship Type="http://schemas.openxmlformats.org/officeDocument/2006/relationships/notesMaster" Target="/ppt/notesMasters/notesMaster1.xml" Id="R2b8cfb099ba843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9682d3b45e4b74" /><Relationship Type="http://schemas.openxmlformats.org/officeDocument/2006/relationships/notesMaster" Target="/ppt/notesMasters/notesMaster1.xml" Id="R4902c27b9d0742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cd35c8202d429a" /><Relationship Type="http://schemas.openxmlformats.org/officeDocument/2006/relationships/notesMaster" Target="/ppt/notesMasters/notesMaster1.xml" Id="Ra065d908a75841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c093e9ad60f4743" /><Relationship Type="http://schemas.openxmlformats.org/officeDocument/2006/relationships/notesMaster" Target="/ppt/notesMasters/notesMaster1.xml" Id="Rec8c4d6a8a7b43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5875f82c6247c5" /><Relationship Type="http://schemas.openxmlformats.org/officeDocument/2006/relationships/notesMaster" Target="/ppt/notesMasters/notesMaster1.xml" Id="R824499e8cf8841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aefc7d4ee24a72" /><Relationship Type="http://schemas.openxmlformats.org/officeDocument/2006/relationships/notesMaster" Target="/ppt/notesMasters/notesMaster1.xml" Id="Ra21bbb4b81a644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4be96aa18f24b25" /><Relationship Type="http://schemas.openxmlformats.org/officeDocument/2006/relationships/notesMaster" Target="/ppt/notesMasters/notesMaster1.xml" Id="R2b1bf8d7b0bb474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dc72397a4747f4" /><Relationship Type="http://schemas.openxmlformats.org/officeDocument/2006/relationships/notesMaster" Target="/ppt/notesMasters/notesMaster1.xml" Id="R65137bbdd9b44a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80a185d39a04e6d" /><Relationship Type="http://schemas.openxmlformats.org/officeDocument/2006/relationships/notesMaster" Target="/ppt/notesMasters/notesMaster1.xml" Id="R90726ef65e2d49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74aee27c4c4dd4" /><Relationship Type="http://schemas.openxmlformats.org/officeDocument/2006/relationships/notesMaster" Target="/ppt/notesMasters/notesMaster1.xml" Id="R300d72efd6354a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23495d8302414a" /><Relationship Type="http://schemas.openxmlformats.org/officeDocument/2006/relationships/notesMaster" Target="/ppt/notesMasters/notesMaster1.xml" Id="R9673bdfc8a4145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b08ef687b594d02" /><Relationship Type="http://schemas.openxmlformats.org/officeDocument/2006/relationships/notesMaster" Target="/ppt/notesMasters/notesMaster1.xml" Id="Rbe92856ee5ae43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5e47a4ae9649b0" /><Relationship Type="http://schemas.openxmlformats.org/officeDocument/2006/relationships/notesMaster" Target="/ppt/notesMasters/notesMaster1.xml" Id="Rb6358ce2ef0d41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929aaf013624878" /><Relationship Type="http://schemas.openxmlformats.org/officeDocument/2006/relationships/notesMaster" Target="/ppt/notesMasters/notesMaster1.xml" Id="Ra5ec88756089497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70ff27fa634625" /><Relationship Type="http://schemas.openxmlformats.org/officeDocument/2006/relationships/notesMaster" Target="/ppt/notesMasters/notesMaster1.xml" Id="Rbe1da0bd1fb14f6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b3c03579de84a35" /><Relationship Type="http://schemas.openxmlformats.org/officeDocument/2006/relationships/notesMaster" Target="/ppt/notesMasters/notesMaster1.xml" Id="R581aa100182a49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e80fd65d80347c9" /><Relationship Type="http://schemas.openxmlformats.org/officeDocument/2006/relationships/notesMaster" Target="/ppt/notesMasters/notesMaster1.xml" Id="R0daced838d584bd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dc8169ede5545d0" /><Relationship Type="http://schemas.openxmlformats.org/officeDocument/2006/relationships/notesMaster" Target="/ppt/notesMasters/notesMaster1.xml" Id="R7ac0bfe26aaa471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1cf6b1035ba48de" /><Relationship Type="http://schemas.openxmlformats.org/officeDocument/2006/relationships/notesMaster" Target="/ppt/notesMasters/notesMaster1.xml" Id="R54345b81c81342c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e436b8878294622" /><Relationship Type="http://schemas.openxmlformats.org/officeDocument/2006/relationships/notesMaster" Target="/ppt/notesMasters/notesMaster1.xml" Id="Reb09ba02547e44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8956b09cd564929" /><Relationship Type="http://schemas.openxmlformats.org/officeDocument/2006/relationships/notesMaster" Target="/ppt/notesMasters/notesMaster1.xml" Id="R553a1cc9918b465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1fae055823f49c3" /><Relationship Type="http://schemas.openxmlformats.org/officeDocument/2006/relationships/notesMaster" Target="/ppt/notesMasters/notesMaster1.xml" Id="R5eab37ae067047a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ac99776126f47a2" /><Relationship Type="http://schemas.openxmlformats.org/officeDocument/2006/relationships/notesMaster" Target="/ppt/notesMasters/notesMaster1.xml" Id="R3e8c5a3c866b45f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27b98af89bb4096" /><Relationship Type="http://schemas.openxmlformats.org/officeDocument/2006/relationships/notesMaster" Target="/ppt/notesMasters/notesMaster1.xml" Id="R393a77c53f064e0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41c97bdb7fb4873" /><Relationship Type="http://schemas.openxmlformats.org/officeDocument/2006/relationships/notesMaster" Target="/ppt/notesMasters/notesMaster1.xml" Id="Ra88bf4807df1473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348cc8836c04307" /><Relationship Type="http://schemas.openxmlformats.org/officeDocument/2006/relationships/notesMaster" Target="/ppt/notesMasters/notesMaster1.xml" Id="Rc85fd85bc355413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da7102682d541b3" /><Relationship Type="http://schemas.openxmlformats.org/officeDocument/2006/relationships/notesMaster" Target="/ppt/notesMasters/notesMaster1.xml" Id="Rb616d74d135b4b1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65bdc6dd7d84f9d" /><Relationship Type="http://schemas.openxmlformats.org/officeDocument/2006/relationships/notesMaster" Target="/ppt/notesMasters/notesMaster1.xml" Id="R73d7325a452246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Welcome learners. This session builds on Day 1. The project uses fictional asset data.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Ask learners to recall the AssetCard from Day 1. The goal is to explain the data flow and change source configuration.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Use the topic index. Delivery timing lives in trainer notes and README, without a separate schedule slide.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Ask what the function receives and returns. Today explains the props argument in detail.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Read this as a text outline, not executable code. Avoid creating a component for every line of markup. Source: https://react.dev/learn/thinking-in-react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Demonstrate the fixed title before introducing a prop. Explain that definitions should not be nested inside App. Source: https://react.dev/learn/your-first-component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Code is a module syntax excerpt. Explain braces around a named import. Source: https://react.dev/learn/importing-and-exporting-components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Relate a prop to a function parameter. Props can change when the parent renders with new values.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Explain ({ name }) slowly. Do not confuse it with an ordinary positional parameter.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Ask learners why showLocation="false" would still be truthy.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Run check:day-two to compare undefined and null. Keep the null explanation for revision if the group needs more time.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Avoid modifying incoming asset.status. State updates arrive on Day 3.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Show Section.jsx and point to {children}.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Excerpt omits headingId for brevity. The full project supplies unique heading IDs for accessibility. Source: https://react.dev/learn/passing-props-to-a-component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This excerpt focuses on control flow. The actual component maps cards in the second branch. Source: https://react.dev/learn/conditional-rendering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Ask learners which branch Available selects. Source: https://react.dev/learn/conditional-rendering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Show the actual AssetCard and change showLocation in App later. Source: https://react.dev/learn/conditional-rendering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Ask learners to predict both outputs when count is zero. Source: https://react.dev/learn/conditional-rendering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Revisit map from Day 1 and show its JSX return value. Source: https://react.dev/learn/rendering-lists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Use npm run check:day-two to show ID order. React uses keys to match items across updates. Source: https://react.dev/learn/rendering-lists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Explain that key is special and not forwarded as a regular prop. Source: https://react.dev/learn/rendering-lists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Source configuration is intentional for Day 2. State and inputs arrive on Day 3. Source: https://react.dev/learn/rendering-lists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This snippet belongs inside StatusBadge. Text also conveys status, so meaning does not rely on colour alone. Source: https://react.dev/learn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2 minutes.</a:t>
            </a:r>
          </a:p>
          <a:p xmlns:a="http://schemas.openxmlformats.org/drawingml/2006/main">
            <a:r>
              <a:t>Walk through the actual UI for 2 minutes. Original counts: 4 total, 2 available, 2 assigned.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6 minutes.</a:t>
            </a:r>
          </a:p>
          <a:p xmlns:a="http://schemas.openxmlformats.org/drawingml/2006/main">
            <a:r>
              <a:t>6-minute demo. Open each file and ask learners to identify the receiving parameter. Point out showLocation forwarding and headingId in Section.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7 minutes.</a:t>
            </a:r>
          </a:p>
          <a:p xmlns:a="http://schemas.openxmlformats.org/drawingml/2006/main">
            <a:r>
              <a:t>7-minute demo: filtering 2 min, location 2 min, empty list 2 min, restore 1 min. Changes happen in source files, not UI controls.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10 minutes.</a:t>
            </a:r>
          </a:p>
          <a:p xmlns:a="http://schemas.openxmlformats.org/drawingml/2006/main">
            <a:r>
              <a:t>10-minute learner exercise. First 2 min explain, next 6 min work, last 2 min inspect results. AssetCard accepts showSerialNumber=true as a default. AssetList forwards it. App supplies it.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3 minutes.</a:t>
            </a:r>
          </a:p>
          <a:p xmlns:a="http://schemas.openxmlformats.org/drawingml/2006/main">
            <a:r>
              <a:t>3-minute Teams chat quiz. Answers: props, no, children, stable sibling item identity, to avoid rendering numeric zero, no. Discuss the answer learners most often miss.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1-minute recap. Ask a learner to explain the path from App to StatusBadge. Next session adds events, state and controlled forms.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Allocated time: 1 minutes.</a:t>
            </a:r>
          </a:p>
          <a:p xmlns:a="http://schemas.openxmlformats.org/drawingml/2006/main">
            <a:r>
              <a:t>1-minute close. Sources: https://react.dev/learn/passing-props-to-a-component https://react.dev/learn/conditional-rendering https://react.dev/learn/rendering-lists. Keep the project running before Day 3. Certification coverage follows the official TCS E1 syllabus.</a:t>
            </a:r>
          </a:p>
          <a:p xmlns:a="http://schemas.openxmlformats.org/drawingml/2006/main">
            <a:r>
              <a:t>Teaching cue: predict the result before executing the example. Code blocks are excerpts unless shown as complete components.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31773174d14a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02217125642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937b2c36464b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9aafaa8198426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4cf7ef3cc544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fbc7f7441e4c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0A31C8-5CD1-4964-874A-69C50F8C5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99439DD-B815-4D4D-A727-69E1A8D7891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2276578-A3AD-418F-B8A3-B496C440B6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8F829-72B4-4A78-8283-8014F1F349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0531E1-0AA5-4516-BB9B-7CB2FB0CE6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AB85F77-1196-4DDD-8A4C-FC049C8D78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98E8F8-55DD-440F-87A2-6ADA79CF0D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A91927E-75BF-4EB6-85A6-BA823D97A1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484519-9854-4D93-8634-A543E8A659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4F4638-B2BB-473B-88B8-0DDDE3A0F1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9053161f624303" /><Relationship Type="http://schemas.openxmlformats.org/officeDocument/2006/relationships/slideLayout" Target="/ppt/slideLayouts/slideLayout1.xml" Id="Rdf83e120d86043c0" /><Relationship Type="http://schemas.openxmlformats.org/officeDocument/2006/relationships/slideLayout" Target="/ppt/slideLayouts/slideLayout2.xml" Id="Rf54b160d66cd4296" /><Relationship Type="http://schemas.openxmlformats.org/officeDocument/2006/relationships/slideLayout" Target="/ppt/slideLayouts/slideLayout3.xml" Id="R4545c73f7db74e7e" /><Relationship Type="http://schemas.openxmlformats.org/officeDocument/2006/relationships/slideLayout" Target="/ppt/slideLayouts/slideLayout4.xml" Id="R711190cd4fc4490c" /><Relationship Type="http://schemas.openxmlformats.org/officeDocument/2006/relationships/slideLayout" Target="/ppt/slideLayouts/slideLayout5.xml" Id="R7cf9bb4a532b41a6" /><Relationship Type="http://schemas.openxmlformats.org/officeDocument/2006/relationships/slideLayout" Target="/ppt/slideLayouts/slideLayout6.xml" Id="Rfc306b15d8ad47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83e120d86043c0"/>
    <p:sldLayoutId xmlns:r="http://schemas.openxmlformats.org/officeDocument/2006/relationships" id="2147483650" r:id="Rf54b160d66cd4296"/>
    <p:sldLayoutId xmlns:r="http://schemas.openxmlformats.org/officeDocument/2006/relationships" id="2147483651" r:id="R4545c73f7db74e7e"/>
    <p:sldLayoutId xmlns:r="http://schemas.openxmlformats.org/officeDocument/2006/relationships" id="2147483652" r:id="R711190cd4fc4490c"/>
    <p:sldLayoutId xmlns:r="http://schemas.openxmlformats.org/officeDocument/2006/relationships" id="2147483653" r:id="R7cf9bb4a532b41a6"/>
    <p:sldLayoutId xmlns:r="http://schemas.openxmlformats.org/officeDocument/2006/relationships" id="2147483654" r:id="Rfc306b15d8ad47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09fc35c31f4b80" /><Relationship Type="http://schemas.openxmlformats.org/officeDocument/2006/relationships/image" Target="/ppt/media/image.png" Id="R01357645091046e3" /><Relationship Type="http://schemas.openxmlformats.org/officeDocument/2006/relationships/notesSlide" Target="/ppt/notesSlides/notesSlide1.xml" Id="Refc697fe63644c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94569f19cf4c19" /><Relationship Type="http://schemas.openxmlformats.org/officeDocument/2006/relationships/notesSlide" Target="/ppt/notesSlides/notesSlide2.xml" Id="R419ff773a84845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10c7d264e94ed7" /><Relationship Type="http://schemas.openxmlformats.org/officeDocument/2006/relationships/notesSlide" Target="/ppt/notesSlides/notesSlide3.xml" Id="Re64ce46284144b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251511ad514e93" /><Relationship Type="http://schemas.openxmlformats.org/officeDocument/2006/relationships/notesSlide" Target="/ppt/notesSlides/notesSlide4.xml" Id="R2056a4ee9b694b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a2ee722eb74683" /><Relationship Type="http://schemas.openxmlformats.org/officeDocument/2006/relationships/notesSlide" Target="/ppt/notesSlides/notesSlide5.xml" Id="Red8b219869404f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05e869e77d49c3" /><Relationship Type="http://schemas.openxmlformats.org/officeDocument/2006/relationships/notesSlide" Target="/ppt/notesSlides/notesSlide6.xml" Id="R5eaee922ad6f43d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43b0f17fe94b97" /><Relationship Type="http://schemas.openxmlformats.org/officeDocument/2006/relationships/notesSlide" Target="/ppt/notesSlides/notesSlide7.xml" Id="Rb66b3a6b630b4f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2cc81b58741eb" /><Relationship Type="http://schemas.openxmlformats.org/officeDocument/2006/relationships/notesSlide" Target="/ppt/notesSlides/notesSlide8.xml" Id="R5bd86d8c6dcc4b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dfe703878e439a" /><Relationship Type="http://schemas.openxmlformats.org/officeDocument/2006/relationships/notesSlide" Target="/ppt/notesSlides/notesSlide9.xml" Id="R70fbb3ef68e74f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a4354487d340d6" /><Relationship Type="http://schemas.openxmlformats.org/officeDocument/2006/relationships/notesSlide" Target="/ppt/notesSlides/notesSlide10.xml" Id="R2e1a3ab6dac842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207771b4004657" /><Relationship Type="http://schemas.openxmlformats.org/officeDocument/2006/relationships/notesSlide" Target="/ppt/notesSlides/notesSlide11.xml" Id="R74fe913a5f434a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3b22aa11ed4e58" /><Relationship Type="http://schemas.openxmlformats.org/officeDocument/2006/relationships/notesSlide" Target="/ppt/notesSlides/notesSlide12.xml" Id="R709c812bcdc441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9d67ef9e7a4d2e" /><Relationship Type="http://schemas.openxmlformats.org/officeDocument/2006/relationships/notesSlide" Target="/ppt/notesSlides/notesSlide13.xml" Id="R4c38df1d209f4df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5787dbd5574ab2" /><Relationship Type="http://schemas.openxmlformats.org/officeDocument/2006/relationships/notesSlide" Target="/ppt/notesSlides/notesSlide14.xml" Id="R1720c7ae417f457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a79681b28446b9" /><Relationship Type="http://schemas.openxmlformats.org/officeDocument/2006/relationships/notesSlide" Target="/ppt/notesSlides/notesSlide15.xml" Id="Rc6b862fd5bfe40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fcf28182a045c4" /><Relationship Type="http://schemas.openxmlformats.org/officeDocument/2006/relationships/notesSlide" Target="/ppt/notesSlides/notesSlide16.xml" Id="R9910075dede641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5b6b385e9e4ad5" /><Relationship Type="http://schemas.openxmlformats.org/officeDocument/2006/relationships/notesSlide" Target="/ppt/notesSlides/notesSlide17.xml" Id="Rcf6bcd3cdda6465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563bda1155477d" /><Relationship Type="http://schemas.openxmlformats.org/officeDocument/2006/relationships/notesSlide" Target="/ppt/notesSlides/notesSlide18.xml" Id="R6eb505aec8594b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eb5167a10e4a7e" /><Relationship Type="http://schemas.openxmlformats.org/officeDocument/2006/relationships/notesSlide" Target="/ppt/notesSlides/notesSlide19.xml" Id="R5651f44c2916403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35ede9b09f47ea" /><Relationship Type="http://schemas.openxmlformats.org/officeDocument/2006/relationships/notesSlide" Target="/ppt/notesSlides/notesSlide20.xml" Id="R1c6b96f442c440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04ff998ff44be4" /><Relationship Type="http://schemas.openxmlformats.org/officeDocument/2006/relationships/notesSlide" Target="/ppt/notesSlides/notesSlide21.xml" Id="R4a7388164a48462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d3fba3ce1f4362" /><Relationship Type="http://schemas.openxmlformats.org/officeDocument/2006/relationships/notesSlide" Target="/ppt/notesSlides/notesSlide22.xml" Id="R6f4c543ada99494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c7866c4d2f431a" /><Relationship Type="http://schemas.openxmlformats.org/officeDocument/2006/relationships/notesSlide" Target="/ppt/notesSlides/notesSlide23.xml" Id="R54f6f49693bf4e5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25333c6cc445f2" /><Relationship Type="http://schemas.openxmlformats.org/officeDocument/2006/relationships/image" Target="/ppt/media/image2.png" Id="R852bf3aecdcb479c" /><Relationship Type="http://schemas.openxmlformats.org/officeDocument/2006/relationships/notesSlide" Target="/ppt/notesSlides/notesSlide24.xml" Id="R34ccc368bf3c47b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9cb46fa0ea4e22" /><Relationship Type="http://schemas.openxmlformats.org/officeDocument/2006/relationships/notesSlide" Target="/ppt/notesSlides/notesSlide25.xml" Id="Rb7f3ccde5d0e4fc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15ac3d70744878" /><Relationship Type="http://schemas.openxmlformats.org/officeDocument/2006/relationships/notesSlide" Target="/ppt/notesSlides/notesSlide26.xml" Id="Ra4a04f502c4f4dd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fc0da44449447d" /><Relationship Type="http://schemas.openxmlformats.org/officeDocument/2006/relationships/notesSlide" Target="/ppt/notesSlides/notesSlide27.xml" Id="Rbcdf72e6c8bd4a0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8dc0dbeffe4a42" /><Relationship Type="http://schemas.openxmlformats.org/officeDocument/2006/relationships/notesSlide" Target="/ppt/notesSlides/notesSlide28.xml" Id="R7bebe96a37964c0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a56bb6e1704227" /><Relationship Type="http://schemas.openxmlformats.org/officeDocument/2006/relationships/notesSlide" Target="/ppt/notesSlides/notesSlide29.xml" Id="R933a3d55211f4ae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34871c57984f81" /><Relationship Type="http://schemas.openxmlformats.org/officeDocument/2006/relationships/notesSlide" Target="/ppt/notesSlides/notesSlide30.xml" Id="R087c2cb2b8dc4b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D5DF3-D13A-419E-97D1-696D40A8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342A3-A7F2-4674-98DC-1EBFFE46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ReactJS · Day Two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73C876-13C9-4690-AC0F-CE523CA9EC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57645091046e3"/>
          <a:stretch xmlns:a="http://schemas.openxmlformats.org/drawingml/2006/main"/>
        </p:blipFill>
        <p:spPr>
          <a:xfrm xmlns:a="http://schemas.openxmlformats.org/drawingml/2006/main">
            <a:off x="6477000" y="2000250"/>
            <a:ext cx="5143500" cy="3429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0F5068-DE6F-48CF-975A-BDB86045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524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Reusable components, props and lists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Subha Prasad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 October 2026 · 10:00–11:00 AM 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F161D8-C431-44C2-A233-9AE555C0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90946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02359-B515-4EDF-BE4D-3279090F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E0FD1-2501-4553-8272-34E151EE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Today’s learning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1B254-7018-413B-9C81-A04FFCD4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TCS · Assets Consultant (C3A) · SME trainer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Explain parent and child components.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Pass data through props and compose children.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Choose conditional UI and render keyed lists.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656D2-8905-4072-9EDB-C4101DA6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4364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6D8BB-634E-417B-AD20-D1F6A18A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TOPIC INDEX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191DE-2B55-400D-8416-B84C0737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Today’s topic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B8FBD-6CA3-4927-97CE-697737DE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01  Day 1 recall and component extraction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02  Imports, props and default values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03  Composition with children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04  Conditional rendering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05  Lists, keys and CSS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06  Asset Dashboard hands-on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07  Quiz and try at home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62495-F70D-4F21-8747-BB779AA4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389541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054798-D866-47B4-9B04-240BC61A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68D7CE-5B7B-4847-9753-7FCBDD641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Day 1 in one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58757-EB2D-45AB-96AC-121C4698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An object groups facts about an asset.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function component returns JSX.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Braces display JavaScript values.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19771-BAAB-4078-B292-FBCE1C6C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asset = { name: 'Laptop' };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AssetCard({ asset })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&lt;h3&gt;{asset.name}&lt;/h3&gt;;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&lt;AssetCard asset={asset}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435C4-9D94-429D-BCEB-6BE30146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The component displays Laptop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2C9A4B-5985-4556-80DC-09B611FD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975708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A9EF56-C100-4CB6-8E1B-AE748E05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COMPONENTS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6C086B-EAAE-4892-96B0-D44AF3BB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 component has a clear job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F19E9-4F1B-46E5-9735-DA491087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Split the page when a part has a clear purpose.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list manages several assets.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card displays one asset.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badge displays an asset’s status.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E7ED0-9206-4350-AFBA-D077AE5E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App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PageHeader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AssetSummary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Section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AssetList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  AssetCard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    StatusBadge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172C25-7686-445A-8F8C-F92C8952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 component hierarchy for our project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1FE80-71B1-47DA-9C92-1309BDA2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647819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F1910-4B6D-4156-B098-FEBCEA62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COMPONENTS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89963-B76F-4CFF-96A1-BF4CC593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Component extraction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798B9-3C29-463E-A7E8-A1EE6593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Move repeated markup into a named component.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Keep component definitions at the top level.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capital letters for component names.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AD2ED8-A065-4126-B1AC-0B4C242C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AssetTitle()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&lt;h3&gt;Laptop&lt;/h3&gt;;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export default function App()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&lt;AssetTitle /&gt;;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EB337-D985-4DA4-9B9A-415AC135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The parent uses the extracted component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A5B32-87A0-4DEC-A105-CAF51697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4853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7D285-8DFC-45AB-97A4-916D239C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D54DE-4922-4AA3-8ACE-E76D7BE3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Default and named imports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231C6-F917-436C-BC61-25CA5092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file can have one default export.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Named exports keep their exported names.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Import paths point to the correct file.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26CF6-B69C-4611-AC7C-B9CFEAAF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AssetCard.jsx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export default function AssetCard() { /* ... */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assets.js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export const assets = [];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App.jsx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import AssetCard from './components/AssetCard.jsx';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import { assets } from './data/assets.js';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86EAC-8E65-41E2-AB93-BA4959E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Default imports and named imports use different syntax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B4E58-ADE0-46B6-8B5B-42365930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363254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02E84-4724-4929-9D6B-0D6409F6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PROPS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9E5FF-1A47-430A-A6A5-18F07E1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Props are component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3AD51-FB15-4713-B7E3-2AAB46CF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parent supplies a named value.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child receives it in a props object.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One component can display different values.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C9FDC-ED82-417A-8B6B-8198BA31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AssetTitle(props)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&lt;h3&gt;{props.name}&lt;/h3&gt;;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&lt;AssetTitle name="Laptop"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&lt;AssetTitle name="Monitor"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8D979-E2DB-4F6E-8CE5-4AAFF8A8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Two uses display different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CB27F-BA14-419F-9693-6C2D23A6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413247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B2C02-1904-4C64-A42E-AB044865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PROPS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FB84A-9F63-454C-B58C-1664E42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Destructuring the props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00082-E942-47E9-8387-E22BCC02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Destructuring reads selected property names.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It keeps component code easier to read.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braces belong inside the parameter parentheses.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07E32-30A5-4068-A3CD-53502425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AssetTitle({ name })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&lt;h3&gt;{name}&lt;/h3&gt;;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Same input as props.name in the previous example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E6E49-A873-4235-92B6-95D7FAA8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name comes from the parent’s props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4BC57-CAD2-40DE-93BE-3F597873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232035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33E6C-60CB-480D-B900-B0675472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PROPS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A6E81-1A2E-45A1-8386-BCA4D226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Passing different value types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CE18A-64BA-47A9-9F76-415E65FA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Quoted values pass strings.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Braces pass JavaScript expressions.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Props can contain objects, arrays and booleans.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E4F9F-08C4-402D-817C-2793F4DD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&lt;PageHeader title="Asset inventory"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&lt;AssetSummary assets={assets}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&lt;AssetCard asset={assets[0]} showLocation={false}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73945B-FB28-4431-B1D3-6AC12228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false is a boolean, while "false" is a string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2348A6-2E3A-4DD2-A07C-4571FC40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0206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D70EC7-D4D2-4889-B02F-8731D264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PROPS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09BC3-4065-4DF1-A411-0CF3E8A3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Default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BE5330-8974-493B-B6DB-6F47985E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default applies to missing or undefined props.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An explicit null, false or zero keeps its value.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Defaults express useful optional inputs.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B9D29-B8FC-46CC-AEA6-D9C74130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StatusBadge({ status = 'Available' })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&lt;span&gt;{status}&lt;/span&gt;;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&lt;StatusBadge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&lt;StatusBadge status="Assigned"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F14A7-BB9B-4663-A520-1CEB55A8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The badges display Available and Assigned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3BB42-A051-4A8B-8847-2394050D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165606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5643F-0EDC-4DEB-8E2F-ED184EF6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PROPS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07E77-CA8D-43FF-BBEB-A377890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Props are read-only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F323DD-19C9-4294-9818-50A84104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child reads the supplied data.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Keep transformations separate from the input.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parent supplies new values when data changes.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CE0D84-0366-4874-8D3D-A97C68E9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availableAssets = assets.filter(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asset =&gt; asset.status === 'Available'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assets still contains the original collection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C2C45-1A7A-4AD1-A5DD-EA9A4CF0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filter creates a new array of matching items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D133E6-31F1-484C-A8B7-65FB7C7B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815724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AED08-6711-47F5-8AA0-E8B537C5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COMPOSITION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308BD1-FABA-48D7-9132-E71AEC82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Nested content becomes children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82A70A-4725-4226-B548-FBBACA1A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wrapper can accept different nested content.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 supplies that content through children.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wrapper decides where it appears.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47D34-1091-43AC-868B-A1DE200D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Section({ title, children })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&lt;section&gt;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  &lt;h2&gt;{title}&lt;/h2&gt;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  {children}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&lt;/section&gt;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);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AD38E-B188-41E0-B671-F50DE41F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The title is a prop. Nested JSX fills children.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9155A-B52C-48F8-A5EF-FC0D3605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4460026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CA9D0-6601-40FC-91A4-F4A03355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COMPOSITION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58E6A-8ACE-4035-A020-508F040F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same wrapper, different content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A1849-80C1-4160-B325-0617730F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Reuse Section for the inventory and the empty demo.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Each use supplies its own heading and nested JSX.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71A68-CD96-4E57-857F-6A4F7F9DE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&lt;Section title="Asset inventory"&gt;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&lt;AssetList assets={assets}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&lt;/Section&gt;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&lt;Section title="Empty-list example"&gt;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&lt;AssetList assets={[]}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&lt;/Section&gt;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63708-CCB3-44DB-94E0-930ED8C0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Section does not need to know the child’s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3BC92-C2B5-4091-BF4C-A566759D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09236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8C591-2857-4BA0-AC4A-A1346496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2F67D9-2CED-436A-BF8B-60858EA7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An early return chooses another 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7B5F8-136A-48E3-A0A0-E81D08D2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component can return early for an empty list.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usual list rendering follows the other branch.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686C4-537C-4DF7-A520-796E7EB3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function AssetList({ assets = [] })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if (assets.length === 0) 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return &lt;p&gt;No assets to display.&lt;/p&gt;;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return &lt;div&gt;{/* asset cards */}&lt;/div&gt;;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398D14-7F41-4FB2-A932-D035106A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An empty array shows a helpful message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DE250-25D4-4821-9D33-BAD9CA8B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1213868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B5E12-EBB7-4981-8E95-69B33A8C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13E26-E927-4449-8967-77A8881C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 ternary selects between two values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80799-DD83-4785-A547-617DE456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ternary has a condition and two expressions.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it for short choices in JSX.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Keep complex branches readable.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B7888-6FF0-4771-A484-3F57C608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&lt;p&gt;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{asset.status === 'Available'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? 'Ready to allocate'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: 'Currently in use'}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&lt;/p&gt;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52D19-8D37-4473-962F-46AFC7C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Assigned assets display Currently in 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340A1-64B3-48F4-9005-44AF1016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152387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AD0F7C-D528-48D5-ABF7-6CB39E5B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49ED03-6C51-4310-9596-FF804DC7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&amp;&amp; includes optional content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03982-6186-4E97-8138-228B439B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true condition includes the expression after &amp;&amp;.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false boolean leaves that content out.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a boolean for visibility props.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A87E-D00C-46B1-86DE-C8CD61F5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{showLocation &amp;&amp; 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&lt;p&gt;Location: {asset.location}&lt;/p&gt;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474C8-57F1-4FFF-8AE2-CDD655F1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showLocation={false} hides the paragraph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8E0FC-CDCB-4247-994F-3BF576D2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734790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A08D8-9A95-4742-BFF7-61AD85AC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907686-15EC-4231-AE86-E8A35E9C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zero rendering pitfall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229B8-BFD4-4349-9257-DAAC9D71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numeric zero remains a value in JSX.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an explicit comparison for a yes/no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31376-0173-4BE5-A21E-E3AAEDBA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count is 0: this can display 0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{count &amp;&amp; &lt;p&gt;Assets found&lt;/p&gt;}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count &gt; 0 is false: renders no paragraph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{count &gt; 0 &amp;&amp; &lt;p&gt;Assets found&lt;/p&gt;}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F1E16-0840-4BDB-9038-799E5E05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 comparison produces the boolean you intended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BDEFE-7F61-4F36-B4C9-C1192E6A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3411408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8783F-D8B7-4D29-A17B-00C56291F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LISTS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F38BA-D295-4245-9326-E3CDAA43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map returns one element per asset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25F14-9FE1-4B8F-B58F-43915839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Each callback receives one asset object.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returned JSX becomes a sibling in the list.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key belongs on that returned component.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BF199-350B-4CFC-8B84-1801B6F5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{assets.map(asset =&gt; 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&lt;AssetCard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key={asset.id}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  asset={asset}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))}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921C8-2EFE-45E0-B0A0-FCD2051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Four objects create four cards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01AC7-812A-4918-9BAA-856F0097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060893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02A38-F794-47A6-A5C8-A5282265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LISTS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41CD5B-ED7B-4013-9021-E21161C0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Keys follow the item’s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50E5D5-E9A4-4AFF-BEFA-61530305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Use stable IDs from the data.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Keys need to be unique among siblings.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Avoid random keys created during rendering.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Indices become unreliable when items move.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FAD76-8632-4A8B-9751-BE8B34C3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Before reordering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['A-101', 'A-102', 'A-103']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After reordering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['A-103', 'A-101', 'A-102']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CFF046-D10A-49F9-BCBE-13FC7E6E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Positions changed. Each asset’s ID stayed the same.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552AC-8B9D-4331-A4A1-7712CD23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5225597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9156A-EE3F-4B95-AF39-BB85565A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LISTS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7B319-3EC8-4981-837F-E71BCE1E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key and regular props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1CAC1-8436-4612-8ED2-364C7548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 uses key to track a sibling’s identity.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child receives its explicit data props.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Send an ID separately when the child needs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353C5-1E63-4B5A-8A0E-2C0D24B8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&lt;AssetCard key={asset.id} asset={asset} /&gt;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Inside AssetCard: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&lt;span&gt;{asset.id}&lt;/span&gt;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372FD-BE14-47A1-BB21-D9099541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AssetCard reads asset.id rather than props.key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149D33-0C9E-440F-A260-21699475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6157283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A2DEE-FAC9-4E83-BF95-FA1A7F38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LISTS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F2595-855A-4888-9726-F766589C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Filtering before rendering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B95FA6-A587-4FAE-BC30-E992AEE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parent selects the visible collection.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list component renders whichever array it receives.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Summary counts can still describe the full dataset.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400FA-322B-44AD-8737-9E3D859B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visibleAssets = assets.filter(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asset =&gt; asset.status === 'Available'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&lt;AssetSummary assets={assets} /&gt;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&lt;AssetList assets={visibleAssets}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27A647-8768-4204-B0E9-B670D38E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Two cards appear. The summary still shows four total.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2FDE8-F4AA-4A24-8B59-2B1E31AB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2141564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2B812-67D1-45F3-B3EB-F0A44765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CSS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3660D-0993-4878-84E5-CF0E33E2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Styling reusable components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016A95-5C1E-4255-B392-4F1D47A1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className connects JSX to CSS rules.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 status expression chooses a class.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The component still uses semantic HTML.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A472C-D522-44B2-B1A5-5FF30076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statusClass = status === 'Available'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? 'available' : 'assigned';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&lt;span className={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`status ${statusClass}`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}&gt;{status}&lt;/span&gt;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971CA-477B-4657-828F-3A953B39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Available and Assigned have different visual styles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9D854-7503-4657-9F7A-76A29B29D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0276343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D5BBBF-AE34-4F54-BABF-B66A3834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HANDS-ON ·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40004-0D30-4BC1-A0EE-4D526355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Our composed Asset Dashboard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16967-D489-4B8E-AFB8-EF95DE25D6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bf3aecdcb479c"/>
          <a:stretch xmlns:a="http://schemas.openxmlformats.org/drawingml/2006/main"/>
        </p:blipFill>
        <p:spPr>
          <a:xfrm xmlns:a="http://schemas.openxmlformats.org/drawingml/2006/main">
            <a:off x="6301012" y="2095500"/>
            <a:ext cx="4447725" cy="40481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20A99-1D36-49AA-94E6-4F583405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381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Four fictional assets use the same card component.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summary derives totals from all assets.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Section accepts different nested content.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empty example uses the same AssetList.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A2F74-AF31-4A60-A5A7-44620A01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305380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290A5-A802-4E3B-B6F4-7579301C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HANDS-ON · DATA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DD854-081E-430F-B021-095AC41E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Tracing parent and child props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2B246-09B5-450D-A690-F8B3425C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App supplies assets to AssetList.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AssetList maps one AssetCard per item.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AssetCard passes status to StatusBadge.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Section receives the list through children.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5F727-0BCC-4817-B56B-DA175B9C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App: &lt;AssetList assets={visibleAssets} /&gt;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AssetList: &lt;AssetCard asset={asset} /&gt;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AssetCard: &lt;StatusBadge status={asset.status}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A30F0-AD7E-4821-9026-603875AF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Follow one asset from source data to the badge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B4860-FBFE-404E-9C14-2E746FDE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5960715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E10BAD-D10D-40B0-9A76-583CB05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HANDS-ON ·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8C77B9-AEFD-4AD8-84B8-F4396A9A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Changing the component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DD210-84F5-45A8-AAB8-B365C82B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Change selectedStatus to Available in App.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Change showLocation to false and save.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Pass an empty array to the inventory AssetList.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Restore the original configuration afterward.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0641B-F8F2-4C32-A644-7F139175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selectedStatus = 'Available';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const showLocation = false;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Empty-list experiment: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&lt;AssetList assets={[]} /&gt;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87DDD-8254-4CD0-95CC-731D19C1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Available: two cards. Empty array: fallback message.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D15B07-F5BA-41AD-AE88-86DCF9D2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177206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8B4A46-48F3-4EA6-99D7-C85C7AB2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HANDS-ON · YOUR TURN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35481-FB27-4CC4-8AEE-22D49B0C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A serial number on every card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4BE56-B8D6-4128-9AAD-19FF9AED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4291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Add serialNumber to each asset object.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Display it in AssetCard.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Pass showSerialNumber through the parent and list.</a:t>
            </a:r>
          </a:p>
          <a:p xmlns:a="http://schemas.openxmlformats.org/drawingml/2006/main">
            <a:pPr>
              <a:defRPr sz="20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Verify the true and false cases.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F3749-33F9-474A-8091-ED761124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6143625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// AssetCard JSX excerpt: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{showSerialNumber &amp;&amp; (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  &lt;p&gt;Serial: {asset.serialNumber}&lt;/p&gt;</a:t>
            </a:r>
          </a:p>
          <a:p xmlns:a="http://schemas.openxmlformats.org/drawingml/2006/main">
            <a:pPr>
              <a:defRPr sz="1875" b="0">
                <a:solidFill>
                  <a:srgbClr val="087B80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87B80"/>
                </a:solidFill>
                <a:latin typeface="Consolas"/>
                <a:ea typeface="Consolas"/>
                <a:cs typeface="Consolas"/>
              </a:rPr>
              <a:t>)}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50BA9-D418-4B01-AA96-5C853509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667375"/>
            <a:ext cx="604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85551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5551E"/>
                </a:solidFill>
                <a:latin typeface="Arial"/>
                <a:ea typeface="Arial"/>
                <a:cs typeface="Arial"/>
              </a:rPr>
              <a:t>A boolean prop controls the serial-number paragraph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0AAA13-FDC8-430C-A69D-B4C2071A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83621662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8D695-4211-45A9-89CC-B8DD40D5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QUIZ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0D22-B800-4749-91A2-A977DD53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Day 2 knowledge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AA501-0592-469E-9BC3-B33F5DC9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1. How does a parent pass data to a child?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2. Does a default apply to null?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3. Which prop receives nested JSX?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4. What should a list key identify?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5. Why use count &gt; 0 with &amp;&amp;?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6. Should a child mutate its props?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72B4C9-EB36-44CA-894B-ACA052AC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01312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437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2795CA-0429-4729-9979-D09C691A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92E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2E8DF"/>
                </a:solidFill>
                <a:latin typeface="Arial"/>
                <a:ea typeface="Arial"/>
                <a:cs typeface="Arial"/>
              </a:rPr>
              <a:t>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BA0F8-D2D6-4C9E-95B2-312CF683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Components describe UI from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B9C2CD-2DB1-43E2-98B4-35585FE4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Props supply the data a component reads.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children supplies nested content.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Conditions choose the displayed UI.</a:t>
            </a:r>
          </a:p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Lists need stable keys attached to their items.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5F717-7DEA-4822-9923-B3435BD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2B4C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2B4C2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2934475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E5460-6AA6-4571-B1C5-9177ABBD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07D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7D83"/>
                </a:solidFill>
                <a:latin typeface="Arial"/>
                <a:ea typeface="Arial"/>
                <a:cs typeface="Arial"/>
              </a:rPr>
              <a:t>TRY AT HOME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CAEA89-4DC3-40A0-9BBB-0E0A054D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5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3B4D"/>
                </a:solidFill>
                <a:latin typeface="Arial"/>
                <a:ea typeface="Arial"/>
                <a:cs typeface="Arial"/>
              </a:rPr>
              <a:t>Practice and learning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DAC08-BB40-4AC8-9A85-A4B46F06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477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Extract an AssetDetails component.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Compare missing, undefined and null props.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Repeat the serial-number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React: react.dev/learn</a:t>
            </a:r>
          </a:p>
          <a:p xmlns:a="http://schemas.openxmlformats.org/drawingml/2006/main">
            <a:pPr>
              <a:defRPr sz="2325" b="0">
                <a:solidFill>
                  <a:srgbClr val="203B4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B4D"/>
                </a:solidFill>
                <a:latin typeface="Arial"/>
                <a:ea typeface="Arial"/>
                <a:cs typeface="Arial"/>
              </a:rPr>
              <a:t>Props, conditions and lists: React learning guides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9B892-CC98-4404-88C3-D054130A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055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B7F8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F8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8379560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2026-10-11T16:36:43.6500000Z</dcterms:created>
  <dcterms:modified xsi:type="dcterms:W3CDTF">2026-10-11T16:36:43.6500000Z</dcterms:modified>
</coreProperties>
</file>