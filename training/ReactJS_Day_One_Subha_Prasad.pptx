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076413f377440b" /><Relationship Type="http://schemas.openxmlformats.org/officeDocument/2006/relationships/extended-properties" Target="/docProps/app.xml" Id="R54fd5cfb205a42a6" /><Relationship Type="http://schemas.openxmlformats.org/officeDocument/2006/relationships/officeDocument" Target="/ppt/presentation.xml" Id="R3e5ac771ad6242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95c50aaff244b8"/>
  </p:sldMasterIdLst>
  <p:notesMasterIdLst>
    <p:notesMasterId xmlns:r="http://schemas.openxmlformats.org/officeDocument/2006/relationships" r:id="Rd762a28eae7b4b00"/>
  </p:notesMasterIdLst>
  <p:sldIdLst>
    <p:sldId xmlns:r="http://schemas.openxmlformats.org/officeDocument/2006/relationships" id="256" r:id="R6d2684c5ea4445b7"/>
    <p:sldId xmlns:r="http://schemas.openxmlformats.org/officeDocument/2006/relationships" id="257" r:id="R74db4236db7e42c6"/>
    <p:sldId xmlns:r="http://schemas.openxmlformats.org/officeDocument/2006/relationships" id="258" r:id="R4eccb5c91bda4266"/>
    <p:sldId xmlns:r="http://schemas.openxmlformats.org/officeDocument/2006/relationships" id="259" r:id="Rc42f781c7ea54560"/>
    <p:sldId xmlns:r="http://schemas.openxmlformats.org/officeDocument/2006/relationships" id="260" r:id="R91972efe772c450d"/>
    <p:sldId xmlns:r="http://schemas.openxmlformats.org/officeDocument/2006/relationships" id="261" r:id="R78002d5737f34892"/>
    <p:sldId xmlns:r="http://schemas.openxmlformats.org/officeDocument/2006/relationships" id="262" r:id="Rfc32f1101056405e"/>
    <p:sldId xmlns:r="http://schemas.openxmlformats.org/officeDocument/2006/relationships" id="263" r:id="R51f5b4e73b834c2f"/>
    <p:sldId xmlns:r="http://schemas.openxmlformats.org/officeDocument/2006/relationships" id="264" r:id="R5786f798f15a467c"/>
    <p:sldId xmlns:r="http://schemas.openxmlformats.org/officeDocument/2006/relationships" id="265" r:id="Rf05e93c85e1b43c6"/>
    <p:sldId xmlns:r="http://schemas.openxmlformats.org/officeDocument/2006/relationships" id="266" r:id="Rc6e47f6d73db494e"/>
    <p:sldId xmlns:r="http://schemas.openxmlformats.org/officeDocument/2006/relationships" id="267" r:id="Re92a8d2fa28748dc"/>
    <p:sldId xmlns:r="http://schemas.openxmlformats.org/officeDocument/2006/relationships" id="268" r:id="R7a6ae8a16d6e4b91"/>
    <p:sldId xmlns:r="http://schemas.openxmlformats.org/officeDocument/2006/relationships" id="269" r:id="R738fa8670131455f"/>
    <p:sldId xmlns:r="http://schemas.openxmlformats.org/officeDocument/2006/relationships" id="270" r:id="Rb53393c08f9542ef"/>
    <p:sldId xmlns:r="http://schemas.openxmlformats.org/officeDocument/2006/relationships" id="271" r:id="R37ee0470437248f0"/>
    <p:sldId xmlns:r="http://schemas.openxmlformats.org/officeDocument/2006/relationships" id="272" r:id="R4309533ae7394ab2"/>
    <p:sldId xmlns:r="http://schemas.openxmlformats.org/officeDocument/2006/relationships" id="273" r:id="R53f0c922412e42b4"/>
    <p:sldId xmlns:r="http://schemas.openxmlformats.org/officeDocument/2006/relationships" id="274" r:id="Rf99eaae7ae024cf7"/>
    <p:sldId xmlns:r="http://schemas.openxmlformats.org/officeDocument/2006/relationships" id="275" r:id="R7cbc54dc1ccc4a08"/>
    <p:sldId xmlns:r="http://schemas.openxmlformats.org/officeDocument/2006/relationships" id="276" r:id="Rf4a4913aeec24f61"/>
    <p:sldId xmlns:r="http://schemas.openxmlformats.org/officeDocument/2006/relationships" id="277" r:id="Rc537967a08e14b72"/>
    <p:sldId xmlns:r="http://schemas.openxmlformats.org/officeDocument/2006/relationships" id="278" r:id="Rfd90868d2e0f48fc"/>
    <p:sldId xmlns:r="http://schemas.openxmlformats.org/officeDocument/2006/relationships" id="279" r:id="R3fd822d233a44096"/>
    <p:sldId xmlns:r="http://schemas.openxmlformats.org/officeDocument/2006/relationships" id="280" r:id="Rd2d87f3a03644d79"/>
    <p:sldId xmlns:r="http://schemas.openxmlformats.org/officeDocument/2006/relationships" id="281" r:id="Rb6f9f66cc62144a7"/>
    <p:sldId xmlns:r="http://schemas.openxmlformats.org/officeDocument/2006/relationships" id="282" r:id="R992d92c6453b4fe5"/>
    <p:sldId xmlns:r="http://schemas.openxmlformats.org/officeDocument/2006/relationships" id="283" r:id="R39b81ea6fdc14c29"/>
    <p:sldId xmlns:r="http://schemas.openxmlformats.org/officeDocument/2006/relationships" id="284" r:id="Rfba8d5c8f3624fad"/>
    <p:sldId xmlns:r="http://schemas.openxmlformats.org/officeDocument/2006/relationships" id="285" r:id="R5ab2a6b4775949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382bd33bc744a1" /><Relationship Type="http://schemas.openxmlformats.org/officeDocument/2006/relationships/slideMaster" Target="/ppt/slideMasters/slideMaster1.xml" Id="R1895c50aaff244b8" /><Relationship Type="http://schemas.openxmlformats.org/officeDocument/2006/relationships/notesMaster" Target="/ppt/notesMasters/notesMaster1.xml" Id="Rd762a28eae7b4b00" /><Relationship Type="http://schemas.openxmlformats.org/officeDocument/2006/relationships/presProps" Target="/ppt/presProps.xml" Id="R351c3d734ed94c97" /><Relationship Type="http://schemas.openxmlformats.org/officeDocument/2006/relationships/tableStyles" Target="/ppt/tableStyles.xml" Id="R64cc21ba11754f09" /><Relationship Type="http://schemas.openxmlformats.org/officeDocument/2006/relationships/slide" Target="/ppt/slides/slide1.xml" Id="R6d2684c5ea4445b7" /><Relationship Type="http://schemas.openxmlformats.org/officeDocument/2006/relationships/slide" Target="/ppt/slides/slide2.xml" Id="R74db4236db7e42c6" /><Relationship Type="http://schemas.openxmlformats.org/officeDocument/2006/relationships/slide" Target="/ppt/slides/slide3.xml" Id="R4eccb5c91bda4266" /><Relationship Type="http://schemas.openxmlformats.org/officeDocument/2006/relationships/slide" Target="/ppt/slides/slide4.xml" Id="Rc42f781c7ea54560" /><Relationship Type="http://schemas.openxmlformats.org/officeDocument/2006/relationships/slide" Target="/ppt/slides/slide5.xml" Id="R91972efe772c450d" /><Relationship Type="http://schemas.openxmlformats.org/officeDocument/2006/relationships/slide" Target="/ppt/slides/slide6.xml" Id="R78002d5737f34892" /><Relationship Type="http://schemas.openxmlformats.org/officeDocument/2006/relationships/slide" Target="/ppt/slides/slide7.xml" Id="Rfc32f1101056405e" /><Relationship Type="http://schemas.openxmlformats.org/officeDocument/2006/relationships/slide" Target="/ppt/slides/slide8.xml" Id="R51f5b4e73b834c2f" /><Relationship Type="http://schemas.openxmlformats.org/officeDocument/2006/relationships/slide" Target="/ppt/slides/slide9.xml" Id="R5786f798f15a467c" /><Relationship Type="http://schemas.openxmlformats.org/officeDocument/2006/relationships/slide" Target="/ppt/slides/slide10.xml" Id="Rf05e93c85e1b43c6" /><Relationship Type="http://schemas.openxmlformats.org/officeDocument/2006/relationships/slide" Target="/ppt/slides/slide11.xml" Id="Rc6e47f6d73db494e" /><Relationship Type="http://schemas.openxmlformats.org/officeDocument/2006/relationships/slide" Target="/ppt/slides/slide12.xml" Id="Re92a8d2fa28748dc" /><Relationship Type="http://schemas.openxmlformats.org/officeDocument/2006/relationships/slide" Target="/ppt/slides/slide13.xml" Id="R7a6ae8a16d6e4b91" /><Relationship Type="http://schemas.openxmlformats.org/officeDocument/2006/relationships/slide" Target="/ppt/slides/slide14.xml" Id="R738fa8670131455f" /><Relationship Type="http://schemas.openxmlformats.org/officeDocument/2006/relationships/slide" Target="/ppt/slides/slide15.xml" Id="Rb53393c08f9542ef" /><Relationship Type="http://schemas.openxmlformats.org/officeDocument/2006/relationships/slide" Target="/ppt/slides/slide16.xml" Id="R37ee0470437248f0" /><Relationship Type="http://schemas.openxmlformats.org/officeDocument/2006/relationships/slide" Target="/ppt/slides/slide17.xml" Id="R4309533ae7394ab2" /><Relationship Type="http://schemas.openxmlformats.org/officeDocument/2006/relationships/slide" Target="/ppt/slides/slide18.xml" Id="R53f0c922412e42b4" /><Relationship Type="http://schemas.openxmlformats.org/officeDocument/2006/relationships/slide" Target="/ppt/slides/slide19.xml" Id="Rf99eaae7ae024cf7" /><Relationship Type="http://schemas.openxmlformats.org/officeDocument/2006/relationships/slide" Target="/ppt/slides/slide20.xml" Id="R7cbc54dc1ccc4a08" /><Relationship Type="http://schemas.openxmlformats.org/officeDocument/2006/relationships/slide" Target="/ppt/slides/slide21.xml" Id="Rf4a4913aeec24f61" /><Relationship Type="http://schemas.openxmlformats.org/officeDocument/2006/relationships/slide" Target="/ppt/slides/slide22.xml" Id="Rc537967a08e14b72" /><Relationship Type="http://schemas.openxmlformats.org/officeDocument/2006/relationships/slide" Target="/ppt/slides/slide23.xml" Id="Rfd90868d2e0f48fc" /><Relationship Type="http://schemas.openxmlformats.org/officeDocument/2006/relationships/slide" Target="/ppt/slides/slide24.xml" Id="R3fd822d233a44096" /><Relationship Type="http://schemas.openxmlformats.org/officeDocument/2006/relationships/slide" Target="/ppt/slides/slide25.xml" Id="Rd2d87f3a03644d79" /><Relationship Type="http://schemas.openxmlformats.org/officeDocument/2006/relationships/slide" Target="/ppt/slides/slide26.xml" Id="Rb6f9f66cc62144a7" /><Relationship Type="http://schemas.openxmlformats.org/officeDocument/2006/relationships/slide" Target="/ppt/slides/slide27.xml" Id="R992d92c6453b4fe5" /><Relationship Type="http://schemas.openxmlformats.org/officeDocument/2006/relationships/slide" Target="/ppt/slides/slide28.xml" Id="R39b81ea6fdc14c29" /><Relationship Type="http://schemas.openxmlformats.org/officeDocument/2006/relationships/slide" Target="/ppt/slides/slide29.xml" Id="Rfba8d5c8f3624fad" /><Relationship Type="http://schemas.openxmlformats.org/officeDocument/2006/relationships/slide" Target="/ppt/slides/slide30.xml" Id="R5ab2a6b4775949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840bd5776344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c69a567ff84994" /><Relationship Type="http://schemas.openxmlformats.org/officeDocument/2006/relationships/notesMaster" Target="/ppt/notesMasters/notesMaster1.xml" Id="R15ff3b5ecd9747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a1f4d63cfd4d69" /><Relationship Type="http://schemas.openxmlformats.org/officeDocument/2006/relationships/notesMaster" Target="/ppt/notesMasters/notesMaster1.xml" Id="Rbb345dc257854a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a368bc547046eb" /><Relationship Type="http://schemas.openxmlformats.org/officeDocument/2006/relationships/notesMaster" Target="/ppt/notesMasters/notesMaster1.xml" Id="Rd67682c8ba354e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47146712e042c6" /><Relationship Type="http://schemas.openxmlformats.org/officeDocument/2006/relationships/notesMaster" Target="/ppt/notesMasters/notesMaster1.xml" Id="R182990787a9043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dc0375b6a8404b" /><Relationship Type="http://schemas.openxmlformats.org/officeDocument/2006/relationships/notesMaster" Target="/ppt/notesMasters/notesMaster1.xml" Id="Rf7aeb5e54b364e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e2d15023824c92" /><Relationship Type="http://schemas.openxmlformats.org/officeDocument/2006/relationships/notesMaster" Target="/ppt/notesMasters/notesMaster1.xml" Id="R0a1d85cd11bc49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cb450475754679" /><Relationship Type="http://schemas.openxmlformats.org/officeDocument/2006/relationships/notesMaster" Target="/ppt/notesMasters/notesMaster1.xml" Id="Rc892bc9dfd8243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2937a9d23d4ad5" /><Relationship Type="http://schemas.openxmlformats.org/officeDocument/2006/relationships/notesMaster" Target="/ppt/notesMasters/notesMaster1.xml" Id="Rbe42c2b0747f4e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67b1973de0438b" /><Relationship Type="http://schemas.openxmlformats.org/officeDocument/2006/relationships/notesMaster" Target="/ppt/notesMasters/notesMaster1.xml" Id="Racc28af77f004a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d214b7a5404f3d" /><Relationship Type="http://schemas.openxmlformats.org/officeDocument/2006/relationships/notesMaster" Target="/ppt/notesMasters/notesMaster1.xml" Id="Rf3d1e1deab9343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c36d4a360d4ccc" /><Relationship Type="http://schemas.openxmlformats.org/officeDocument/2006/relationships/notesMaster" Target="/ppt/notesMasters/notesMaster1.xml" Id="Rfa50328875db41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8929a6eec14dcb" /><Relationship Type="http://schemas.openxmlformats.org/officeDocument/2006/relationships/notesMaster" Target="/ppt/notesMasters/notesMaster1.xml" Id="R3c03f4d233f245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caa03c340d4b1c" /><Relationship Type="http://schemas.openxmlformats.org/officeDocument/2006/relationships/notesMaster" Target="/ppt/notesMasters/notesMaster1.xml" Id="R9104b4beabd84a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10746eb9ba430f" /><Relationship Type="http://schemas.openxmlformats.org/officeDocument/2006/relationships/notesMaster" Target="/ppt/notesMasters/notesMaster1.xml" Id="R76e6befec05f4e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840578b7c64240" /><Relationship Type="http://schemas.openxmlformats.org/officeDocument/2006/relationships/notesMaster" Target="/ppt/notesMasters/notesMaster1.xml" Id="Rafdad5597a5546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0fb5649c04495b" /><Relationship Type="http://schemas.openxmlformats.org/officeDocument/2006/relationships/notesMaster" Target="/ppt/notesMasters/notesMaster1.xml" Id="Rf5771de6b1ac47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470d7db6ff4004" /><Relationship Type="http://schemas.openxmlformats.org/officeDocument/2006/relationships/notesMaster" Target="/ppt/notesMasters/notesMaster1.xml" Id="Re34297a3d56342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fdd693f0ac4a87" /><Relationship Type="http://schemas.openxmlformats.org/officeDocument/2006/relationships/notesMaster" Target="/ppt/notesMasters/notesMaster1.xml" Id="R2d3d1c9c88194b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12cd83e22b9487b" /><Relationship Type="http://schemas.openxmlformats.org/officeDocument/2006/relationships/notesMaster" Target="/ppt/notesMasters/notesMaster1.xml" Id="R70361ff063ae4ef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a4200af5444940" /><Relationship Type="http://schemas.openxmlformats.org/officeDocument/2006/relationships/notesMaster" Target="/ppt/notesMasters/notesMaster1.xml" Id="R2634cf67bd024e1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afb3f60fedf4957" /><Relationship Type="http://schemas.openxmlformats.org/officeDocument/2006/relationships/notesMaster" Target="/ppt/notesMasters/notesMaster1.xml" Id="R070ac100a0d4473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ee4e4d62ac14dec" /><Relationship Type="http://schemas.openxmlformats.org/officeDocument/2006/relationships/notesMaster" Target="/ppt/notesMasters/notesMaster1.xml" Id="Ra5af59ab615344b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ac7288ddaaf4493" /><Relationship Type="http://schemas.openxmlformats.org/officeDocument/2006/relationships/notesMaster" Target="/ppt/notesMasters/notesMaster1.xml" Id="R9ff0816784e94f8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05e903633324a12" /><Relationship Type="http://schemas.openxmlformats.org/officeDocument/2006/relationships/notesMaster" Target="/ppt/notesMasters/notesMaster1.xml" Id="R2be793d0128e47e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f354437e3694be8" /><Relationship Type="http://schemas.openxmlformats.org/officeDocument/2006/relationships/notesMaster" Target="/ppt/notesMasters/notesMaster1.xml" Id="R1ce59a7d47f9464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9da9ffc49474b50" /><Relationship Type="http://schemas.openxmlformats.org/officeDocument/2006/relationships/notesMaster" Target="/ppt/notesMasters/notesMaster1.xml" Id="Rceb6473185414a5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2808879b9bb4e87" /><Relationship Type="http://schemas.openxmlformats.org/officeDocument/2006/relationships/notesMaster" Target="/ppt/notesMasters/notesMaster1.xml" Id="Rd8c1df3cd2d14b3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307a8774fa642bb" /><Relationship Type="http://schemas.openxmlformats.org/officeDocument/2006/relationships/notesMaster" Target="/ppt/notesMasters/notesMaster1.xml" Id="Rfa357cf499f54dd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d76bf2e629e4fab" /><Relationship Type="http://schemas.openxmlformats.org/officeDocument/2006/relationships/notesMaster" Target="/ppt/notesMasters/notesMaster1.xml" Id="Radfd0777929f43b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c7f548e33b044ae" /><Relationship Type="http://schemas.openxmlformats.org/officeDocument/2006/relationships/notesMaster" Target="/ppt/notesMasters/notesMaster1.xml" Id="R61ef9e4734b841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yourself without inventing credentials. Ask learners to type their name and JavaScript experience in Teams chat.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index to establish the learning path. Advanced syntax slides can be revisited after the session.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first section to 5 minutes total. Avoid reading every line aloud. Short syntax examples receive 1–3 minutes each.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building analogy briefly: structure, appearance, behaviour. Explain that JSX looks like HTML but is JavaScript syntax.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https://react.dev/learn/your-first-component and https://react.dev/learn/render-and-commit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src/lessons/javascript-basics.js. Ask which value describes a yes/no condition.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const does not freeze object properties. Use const by default and let when reassignment is required.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to add location: Kolkata. Objects can contain many types of values.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Relate this to the assets array in src/data/assets.js.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Identify definition and call separately. Without return this function would return undefined.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true/false examples. Explain ? and : slowly.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arrow as function syntax before using map. Differences in this binding are outside today’s core scope.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input items and the returned names one at a time. Source: https://developer.mozilla.org/en-US/docs/Web/JavaScript/Reference/Global_Objects/Array/map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ready.length to connect the example to the dashboard count.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Optional deeper explanation after class if learners need more time on functions. Nested objects still share references in a shallow copy.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named exports and matching braces. App uses a default export for its main component.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Clone the codex/day-one branch using the README command, then run these commands. Use an organisation-approved compatible Node version. Source: https://vite.dev/guide/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files in this order during the demo. Explain the root div in index.html.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https://react.dev/learn/your-first-component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https://react.dev/learn/writing-markup-with-jsx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https://react.dev/learn/javascript-in-jsx-with-curly-braces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props only enough to understand the guided project. Day 2 covers props in depth. Source: https://react.dev/learn/passing-props-to-a-component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is a special React attribute, not a normal prop. Source: https://react.dev/learn/rendering-lists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npm run check:lessons. Show how count, name, location and status come from data. Keep this walkthrough inside the 20-minute React/demo block.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 minutes. First 2 min demonstrate the file, next 6 min learner work, final 2 min verify. Keep IDs unique.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one console error and its file location. If setup fails, learners can edit the JavaScript lesson and predict the expected output.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to respond in Teams chat before revealing answers. Answers: let, map, filter, a JavaScript expression, a capital letter.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a learner to explain the route from assets.js to the browser. Homework: serialNumber and Assigned count. Day 2: deeper props, conditions and component reuse.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20–30 minutes homework. Official TCS E1 syllabus and assessment rules govern certification coverage. Sources: https://react.dev/learn https://developer.mozilla.org/en-US/docs/Web/JavaScript/Guide https://vite.dev/guide/</a:t>
            </a:r>
          </a:p>
          <a:p xmlns:a="http://schemas.openxmlformats.org/drawingml/2006/main">
            <a:r>
              <a:t>Teaching approach: explain the value, predict the output, then run the example. Code blocks are excerpts unless shown as complete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d2d169c2d48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cd10023b445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bf6a286654a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65bae9fea46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2c266056348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c992f1fb445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AC7210-65E1-4ECB-9A1D-942463730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AB3410A-5C36-4550-AD04-449EE33103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9981E04-0FFB-4C55-9E63-893E99F140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A07645-2917-4303-A398-57F6F9D98B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3011B8-BB03-44A4-A827-2C7D20B24D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89460D-F3E7-4BEF-8BFD-895EE85DF4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1045BC-E95B-43DF-B8D2-F73DDBD260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BBF2065-8AF6-4684-823A-6DC4C5D166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94F9D2-B928-45A9-9B6C-382AF73C2D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3EA837-4DAD-4F35-999B-F07DACA35D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06bf78b55f48ab" /><Relationship Type="http://schemas.openxmlformats.org/officeDocument/2006/relationships/slideLayout" Target="/ppt/slideLayouts/slideLayout1.xml" Id="R922767ae6a994679" /><Relationship Type="http://schemas.openxmlformats.org/officeDocument/2006/relationships/slideLayout" Target="/ppt/slideLayouts/slideLayout2.xml" Id="R0bf6239b87d34dc0" /><Relationship Type="http://schemas.openxmlformats.org/officeDocument/2006/relationships/slideLayout" Target="/ppt/slideLayouts/slideLayout3.xml" Id="R208bffe7768d41d5" /><Relationship Type="http://schemas.openxmlformats.org/officeDocument/2006/relationships/slideLayout" Target="/ppt/slideLayouts/slideLayout4.xml" Id="Rb6f660e8bd1342a2" /><Relationship Type="http://schemas.openxmlformats.org/officeDocument/2006/relationships/slideLayout" Target="/ppt/slideLayouts/slideLayout5.xml" Id="R575aa002993f45ca" /><Relationship Type="http://schemas.openxmlformats.org/officeDocument/2006/relationships/slideLayout" Target="/ppt/slideLayouts/slideLayout6.xml" Id="Refe648a799e64b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2767ae6a994679"/>
    <p:sldLayoutId xmlns:r="http://schemas.openxmlformats.org/officeDocument/2006/relationships" id="2147483650" r:id="R0bf6239b87d34dc0"/>
    <p:sldLayoutId xmlns:r="http://schemas.openxmlformats.org/officeDocument/2006/relationships" id="2147483651" r:id="R208bffe7768d41d5"/>
    <p:sldLayoutId xmlns:r="http://schemas.openxmlformats.org/officeDocument/2006/relationships" id="2147483652" r:id="Rb6f660e8bd1342a2"/>
    <p:sldLayoutId xmlns:r="http://schemas.openxmlformats.org/officeDocument/2006/relationships" id="2147483653" r:id="R575aa002993f45ca"/>
    <p:sldLayoutId xmlns:r="http://schemas.openxmlformats.org/officeDocument/2006/relationships" id="2147483654" r:id="Refe648a799e64b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b74d207e79424f" /><Relationship Type="http://schemas.openxmlformats.org/officeDocument/2006/relationships/image" Target="/ppt/media/image.png" Id="Refaaa5c484d94eb4" /><Relationship Type="http://schemas.openxmlformats.org/officeDocument/2006/relationships/notesSlide" Target="/ppt/notesSlides/notesSlide1.xml" Id="Rdf3539eb9df044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976273dc54f25" /><Relationship Type="http://schemas.openxmlformats.org/officeDocument/2006/relationships/notesSlide" Target="/ppt/notesSlides/notesSlide2.xml" Id="R10193064955149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05fe53ac5a41e8" /><Relationship Type="http://schemas.openxmlformats.org/officeDocument/2006/relationships/notesSlide" Target="/ppt/notesSlides/notesSlide3.xml" Id="R35d32612ca6e45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4ac2832854ae0" /><Relationship Type="http://schemas.openxmlformats.org/officeDocument/2006/relationships/notesSlide" Target="/ppt/notesSlides/notesSlide4.xml" Id="Rea6cf901d63843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2b4ffa8b364137" /><Relationship Type="http://schemas.openxmlformats.org/officeDocument/2006/relationships/notesSlide" Target="/ppt/notesSlides/notesSlide5.xml" Id="Re9f31d8142a14e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d3b032f734513" /><Relationship Type="http://schemas.openxmlformats.org/officeDocument/2006/relationships/notesSlide" Target="/ppt/notesSlides/notesSlide6.xml" Id="R105fb8c964c749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f42086541d460d" /><Relationship Type="http://schemas.openxmlformats.org/officeDocument/2006/relationships/notesSlide" Target="/ppt/notesSlides/notesSlide7.xml" Id="R8e1a86882c0846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7f521c9734bd9" /><Relationship Type="http://schemas.openxmlformats.org/officeDocument/2006/relationships/notesSlide" Target="/ppt/notesSlides/notesSlide8.xml" Id="R683badf58ec941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ef393edf94db3" /><Relationship Type="http://schemas.openxmlformats.org/officeDocument/2006/relationships/notesSlide" Target="/ppt/notesSlides/notesSlide9.xml" Id="Rd914d801641849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6f85eb46946a2" /><Relationship Type="http://schemas.openxmlformats.org/officeDocument/2006/relationships/notesSlide" Target="/ppt/notesSlides/notesSlide10.xml" Id="Rb60796fd2e8e47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e54213e51427b" /><Relationship Type="http://schemas.openxmlformats.org/officeDocument/2006/relationships/notesSlide" Target="/ppt/notesSlides/notesSlide11.xml" Id="Rc2b855ebb4534b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fdaeba5f24a04" /><Relationship Type="http://schemas.openxmlformats.org/officeDocument/2006/relationships/notesSlide" Target="/ppt/notesSlides/notesSlide12.xml" Id="Rac20cb34630144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11a55fc82f412a" /><Relationship Type="http://schemas.openxmlformats.org/officeDocument/2006/relationships/notesSlide" Target="/ppt/notesSlides/notesSlide13.xml" Id="Ra192a2df9ac54c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671638be974469" /><Relationship Type="http://schemas.openxmlformats.org/officeDocument/2006/relationships/notesSlide" Target="/ppt/notesSlides/notesSlide14.xml" Id="R000d5c6c680f41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ce90a1f4f04102" /><Relationship Type="http://schemas.openxmlformats.org/officeDocument/2006/relationships/notesSlide" Target="/ppt/notesSlides/notesSlide15.xml" Id="R27be48a501cb477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91d291a6e4909" /><Relationship Type="http://schemas.openxmlformats.org/officeDocument/2006/relationships/notesSlide" Target="/ppt/notesSlides/notesSlide16.xml" Id="R4d6db3e07e2b4c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4431fc7e5c4ac1" /><Relationship Type="http://schemas.openxmlformats.org/officeDocument/2006/relationships/notesSlide" Target="/ppt/notesSlides/notesSlide17.xml" Id="R56db0c46e1f94f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180273ae244d1b" /><Relationship Type="http://schemas.openxmlformats.org/officeDocument/2006/relationships/notesSlide" Target="/ppt/notesSlides/notesSlide18.xml" Id="Rf6e72446aca2479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eb29cd48740b5" /><Relationship Type="http://schemas.openxmlformats.org/officeDocument/2006/relationships/notesSlide" Target="/ppt/notesSlides/notesSlide19.xml" Id="R5fb4ec7afdfb401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7855f0f2be40a9" /><Relationship Type="http://schemas.openxmlformats.org/officeDocument/2006/relationships/notesSlide" Target="/ppt/notesSlides/notesSlide20.xml" Id="R961b4a40431f413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d825738c04480" /><Relationship Type="http://schemas.openxmlformats.org/officeDocument/2006/relationships/notesSlide" Target="/ppt/notesSlides/notesSlide21.xml" Id="Rbf2ca84d7e95422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26558c2eb4b11" /><Relationship Type="http://schemas.openxmlformats.org/officeDocument/2006/relationships/notesSlide" Target="/ppt/notesSlides/notesSlide22.xml" Id="Rf8a6501a6206411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55e1d581be4063" /><Relationship Type="http://schemas.openxmlformats.org/officeDocument/2006/relationships/notesSlide" Target="/ppt/notesSlides/notesSlide23.xml" Id="Re4813623098e46b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71cd9aa0c84c00" /><Relationship Type="http://schemas.openxmlformats.org/officeDocument/2006/relationships/notesSlide" Target="/ppt/notesSlides/notesSlide24.xml" Id="R919d5c1a9f3e4e1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3ac673fc14579" /><Relationship Type="http://schemas.openxmlformats.org/officeDocument/2006/relationships/image" Target="/ppt/media/image2.png" Id="R8b9c4e97261d4351" /><Relationship Type="http://schemas.openxmlformats.org/officeDocument/2006/relationships/notesSlide" Target="/ppt/notesSlides/notesSlide25.xml" Id="Rbdc0c36194244da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0014ace714bcd" /><Relationship Type="http://schemas.openxmlformats.org/officeDocument/2006/relationships/notesSlide" Target="/ppt/notesSlides/notesSlide26.xml" Id="Re9f92538729a43b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ad975c9684bd5" /><Relationship Type="http://schemas.openxmlformats.org/officeDocument/2006/relationships/notesSlide" Target="/ppt/notesSlides/notesSlide27.xml" Id="R84e289c6c85c434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08cea01fa4f41" /><Relationship Type="http://schemas.openxmlformats.org/officeDocument/2006/relationships/notesSlide" Target="/ppt/notesSlides/notesSlide28.xml" Id="R6fac5ace40784a5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64eb43ee945ee" /><Relationship Type="http://schemas.openxmlformats.org/officeDocument/2006/relationships/notesSlide" Target="/ppt/notesSlides/notesSlide29.xml" Id="R21578c272ab44eb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78b6689f2b44c6" /><Relationship Type="http://schemas.openxmlformats.org/officeDocument/2006/relationships/notesSlide" Target="/ppt/notesSlides/notesSlide30.xml" Id="R8c5c5ec7452744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7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4FA15-DC6D-42BB-ADF6-8D9FCAE0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E8D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66E83-090A-460D-B546-C1A917FF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ReactJS · Day One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35331-8046-4C76-8EDE-6E0136E98C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aa5c484d94eb4"/>
          <a:stretch xmlns:a="http://schemas.openxmlformats.org/drawingml/2006/main"/>
        </p:blipFill>
        <p:spPr>
          <a:xfrm xmlns:a="http://schemas.openxmlformats.org/drawingml/2006/main">
            <a:off x="6477000" y="2000250"/>
            <a:ext cx="514350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78F72-63F9-47AB-B6D9-F0A20111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52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JavaScript foundations and your first React screen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Subha Prasad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 October 2026 · 10:00–11:00 AM 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0A1CC-0FCC-4084-8BE6-0120B86C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2B4C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14135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3542E-0EBE-40FB-B92C-AC9FF866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652CA-C899-4044-ABA0-573E78B1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Meet your trainer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880FB-91DC-482F-ABA5-D522D9D6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Subha Prasad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TCS · Assets Consultant (C3A)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SME trainer for this ReactJS learning programme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Today we learn through fictional asset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ADC97-422E-4E30-AE98-7B33307D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32046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72C14-8D70-471A-A8B4-CFE1DDF5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TOPIC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185EE-350A-45EA-890E-ED3A463C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Today’s topic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3D366-955C-4946-85AA-FC46EE12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01  The web and React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02  JavaScript values and variables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03  Objects, arrays and functions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04  map, filter and modules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05  React setup, components and JSX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06  Asset Dashboard hands-on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07  Quiz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C2802-9F3C-4937-AB2B-F7A5E8C2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0646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37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E6995-9243-490F-A925-C7A8B650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E8DF"/>
                </a:solidFill>
                <a:latin typeface="Arial"/>
                <a:ea typeface="Arial"/>
                <a:cs typeface="Arial"/>
              </a:rPr>
              <a:t>SESSION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55200-31DE-4EE6-8F6C-23C3810D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hour of guided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2D202-440E-42DF-AA28-FD7776B3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10:00–10:05  Introduction and outcomes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10:05–10:25  JavaScript with examples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10:25–10:45  React concepts and demo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10:45–10:55  Hands-on practice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10:55–11:00  Quiz and recap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3703B-9340-4126-BCC0-46FCFF87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2B4C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6701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128EA-E4BA-42A0-9BF6-FE24230F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WEB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614BA-494A-4C20-AC41-6788FA00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HTML, CSS and JavaScript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52BF6-0393-46F1-BCD2-08A2400B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HTML describes the content and structure.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CSS controls appearance and layout.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JavaScript works with data and behaviour.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736E9-B83C-4271-9C21-3790E736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&lt;h1&gt;Asset Dashboard&lt;/h1&gt;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h1 { color: teal;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assetCount = 3;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5817E-3540-4785-A82C-E8FA932D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One heading, one style rule, one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549C6-00D2-4211-BC85-B6219775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81223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D8F54-B6B3-46D6-8517-601D5703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REACT 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294C4-9219-4CE3-8EBB-68387159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What React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A807A-14A5-4C73-A943-9644D7AF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React is a library for building user interfaces.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component describes a reusable part of a screen.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Components use data to produce JSX.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React commits necessary changes to the browser DOM.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14CC0-B56F-44E2-9331-E3005C13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function Heading() {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&lt;h1&gt;Asset Dashboard&lt;/h1&gt;;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7CDF1-1E56-4EAB-A610-A256ADC5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&lt;Heading /&gt; displays the heading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5908B-9752-429E-9031-BEB68760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0995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95CFB-5B8B-4C8E-94C7-344A4B13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JAVASCRIPT · VALUES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C3D84-01E6-4DBD-BB6F-ABA18445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Values and data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A90AE-91CC-4F99-9513-38D358AA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string stores text. A number stores numeric data.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boolean represents true or false.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value determines what operations make sense.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A58B3-AF46-496C-94DA-2684FA8F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name = 'Laptop';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cost = 50000;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available = true;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console.log(typeof cost);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385B4-7624-4107-9330-40CB7F34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Console output: number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0EC5E-D101-4AA8-839E-D510B680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321487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F5875-50A6-4C1A-9078-7F2B3B81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JAVASCRIPT · VARIABLES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A1F1D-D001-44AD-8E27-4DAB7215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const and let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0BAC5-7766-40DB-86C5-1F487E32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variable gives a value a name.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const prevents reassignment of the binding.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let allows reassignment when the value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83F74-C290-4DC5-9783-AA07EEEF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trainer = 'Subha Prasad';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let topic = 'JavaScript';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topic = 'ReactJS';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console.log(topic);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530B7-B1B8-4293-ACB7-2A30D2F8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Console output: ReactJS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F11F0-696A-42D7-8129-3C80D6B1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60451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34E1A-4910-4919-A149-B265164B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JAVASCRIPT · OBJECTS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BDCA4-B38E-4135-BD5A-AF3949CC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An object describes one asset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D8A32-F32E-496C-8C35-6EE328C2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Properties group related facts.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Each property has a name and a value.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Dot notation reads a property.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046DA-11BE-444E-BA63-740E2933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asset = {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id: 'A-101',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name: 'Laptop',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status: 'Available'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console.log(asset.name);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0E0E3-8A36-418C-AA75-24F4EB2C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Console output: Laptop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C3B82-E296-475A-84E7-0DBD0AAE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022311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EABB5-B64D-45AC-9591-37C412D8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JAVASCRIPT · ARRAYS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B4FE9-96DA-4317-88AF-4F0C73EA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An array stores a collection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476D2-D80D-4D72-9274-2F0BB0D1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 array holds an ordered list of values.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Indexes begin at zero.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length gives the number of items.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069B3-A809-4AB7-A3DF-EE346F2E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names = ['Laptop', 'Monitor'];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console.log(names[0]);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console.log(names.length);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3D070-33D9-4049-83B7-091E1869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Console output: Laptop, then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1E488-5894-43F7-8FC2-481C6C54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97303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2A33A-751E-46D2-A204-A3FD77F4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JAVASCRIPT · FUNCTIONS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3384A-E778-40FA-BBA3-9CE52F35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Functions turn inputs into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C758C-1EE6-4B35-88BF-945E4C65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parameter names an input.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function body performs the work.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return sends the result back to the caller.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DD763-ACBB-4A83-9B2A-2DBA91F6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function getName(asset) {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asset.name;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name = getName({ name: 'Laptop' });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console.log(name);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FAFD3-7A5D-4808-A8A2-A85DA267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Console output: Laptop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8F2EF-E32C-40FD-8966-44E0BF47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223191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A8102-9D38-464A-8DD3-3F0948C6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JAVASCRIPT ·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E0D85-3A05-4FB4-A4C2-686F51E0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Conditions choose an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089CB-601A-40B2-9255-D5864C24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if runs a branch when its condition is true.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=== compares without type conversion.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ternary is an expression with two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9052F-BF3C-464E-8D7E-70FD3E18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status = 'Available';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if (status === 'Available') {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console.log('Ready to allocate');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label = status === 'Available'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? 'Ready' : 'In use';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84C6E-8844-4738-A193-398923F9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label contains 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93C11-0F08-4DE5-A115-41D7BBE9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252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C2B55-B1B2-4657-B55C-7D961BFB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JAVASCRIPT · ARROW FUNCTIONS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0D7CB-FF16-4C92-A44A-16C0A180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Arrow function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55C52-CF47-4E0B-A205-07298A64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Arrow functions offer compact function syntax.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One expression can return without return.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This form appears often in array callbacks.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B246C-51BD-42B0-871A-BBFEDCE3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getName = asset =&gt; asset.name;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Equivalent for this example: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function getNameLong(asset) {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asset.name;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09C95-FA37-45B8-B3D4-6D78309A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Both return the asset’s 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631AD-62AE-4ECD-A7F1-C4536BD9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34186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9F169-8FEF-49B8-B37C-C645BBB8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JAVASCRIPT ·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36585-4A7A-40EA-83F7-FED7B520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map transforms every item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6CBC7-B7E4-4AA9-B40A-FC4DFD10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map calls a function for each array item.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It collects the returned values into a new array.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React often uses it to create a list of elements.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05DEA-D977-4163-8A24-24AD20A6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assets = [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{ name: 'Laptop' },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{ name: 'Monitor' }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];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names = assets.map(a =&gt; a.name);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A539A-8D9D-4A10-85C6-F9EBFCE6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names: ["Laptop", "Monitor"]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5F4E1-99A0-4C6E-82FD-40FDC40B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039855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62C07-0E89-4495-962A-EA453B13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JAVASCRIPT · FILTER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14581-E65D-4CCF-8FE2-AAA828B5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filter selects matching items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75AE0-9A1B-4B8C-ACEE-400A2CEA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callback returns true to keep an item.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filter creates a new array of matches.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original array remains available.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0AB69-287E-42A2-B821-07762C5C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assets = [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{ name: 'Laptop', status: 'Available' },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{ name: 'Monitor', status: 'Assigned' }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];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ready = assets.filter(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a =&gt; a.status === 'Available'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5206B-74EC-48BC-BB1C-2A7B3CC9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ready contains only the Laptop object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A3E66-99C1-4749-9F61-82EE4AEB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466606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7E9A2-E4CD-465B-92BA-65200D77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JAVASCRIPT · MODERN SYNTAX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BDC56-5026-43B4-987A-8C23C14F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Destructuring and spread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7CFD7-DBDC-44A1-A866-996E81E0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Destructuring reads named properties.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Spread copies properties into another object.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Later properties override earlier values.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copy is shallow.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C8C35-F98E-4E41-9B67-FD845C19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asset = { id: 'A-101', status: 'Available' };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{ id } = asset;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copy = { ...asset, status: 'Assigned' 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75883-76F3-46A7-9D6A-5C4EF984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id: A-101 · original status: Available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89A79-019C-46D0-A694-5BD7E34F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308569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D76D9-D8FA-4BDB-8BF8-746D7A52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JAVASCRIPT ·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81CBE-1C41-4C12-BBF8-24991D0B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import and export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581FF-DCB7-41C6-932A-91E7814C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module is a file with its own declarations.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export makes a value available to another file.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import reads that exported value.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79CAC-D915-451F-83ED-26596E35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src/data/assets.js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export const assets = [{ id: 'A-101' }];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src/App.jsx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import { assets } from './data/assets.js';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9CF4C-691F-48FD-9823-48356220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App can now read assets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B5D4F-2977-453A-A647-319FF66F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719079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94798-7E0A-4C95-8DE7-4D828894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REACT ·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AABAE-7AD0-45DA-9CC3-89913FA6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prepared training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3593C-40E2-4B04-BBC0-D998A889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Node.js runs development tools.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Vite serves and builds this React project.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lockfile keeps installations reproducible.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BAB0E-3CB1-4AA1-AD58-66FDB509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In the cloned project folder: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npm ci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npm run check:lessons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npm run dev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F30A1-2E52-401A-82C6-DDD5BD46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Open the local URL printed by Vite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8C817-830C-4805-AA2B-2430133F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999469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01B5F-1D8F-420D-83CE-9A2F35FF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REACT · PROJECT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31A61-847E-4CDB-B6D8-2061F216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Where each piece belongs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8D08D-6EFE-4DFF-B43B-FDCD8CE9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main.jsx mounts React in the root element.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App.jsx composes the page.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AssetCard.jsx displays a single asset.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assets.js supplies fictional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4018D-4AA8-490C-9DEB-046E5A70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src/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main.jsx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App.jsx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styles.css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components/AssetCard.jsx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data/assets.js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lessons/javascript-basics.js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AD77D-7CCE-4306-9A06-C2A57C2F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Data, component and presentation have clear homes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65C11-7347-4FC3-A7BD-7F29009D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66158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DA6B0-9333-4295-9563-002E5B65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REACT · COMPONENTS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04DD8-AF26-4C94-BC95-4D29F83D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Your first function component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4315E-3111-4AC7-A8D7-5785F2A4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Component names begin with a capital letter.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function returns the UI it describes.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export default makes this the file’s main export.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A39F8-D0B7-4D9B-8647-FBDD3D15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export default function App() {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(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&lt;main&gt;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  &lt;h1&gt;Asset Dashboard&lt;/h1&gt;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&lt;/main&gt;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);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A867B-4968-4E93-AB62-D026BBC0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App displays the page heading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0FF34-4279-4E5C-BBBA-8EA7BC2A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19017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9ACE6-76A5-4558-A0CA-93B7A435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REACT · JSX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98D1C-E707-4303-BBEE-3FB5B750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JSX rules with an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18093-4999-410B-ACA2-B0FFEF56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Return one root element or a fragment.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Close every tag.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Use className for a CSS class.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Use parentheses for multiline returned JSX.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CF872-EC78-467A-B955-32310D6E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return (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&lt;&gt;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&lt;h1 className="title"&gt;Assets&lt;/h1&gt;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&lt;input aria-label="Asset name" /&gt;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&lt;/&gt;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CF47B-3541-402B-A44D-FE22FACC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fragment groups elements without an extra div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298F6-8D36-4C4D-AB98-E6EEDEF9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110670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D0952-F52F-4913-84C8-1608E1D5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REACT · EXPRESSIONS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E6D40-8B54-4C1E-B72E-CFFAE4CF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JavaScript values inside JSX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4393A-9580-4932-BD8C-53865FEE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Braces insert a JavaScript expression.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Use a value, a property or a calculation.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Statements such as if belong outside these braces.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381D2-77A0-4368-855F-ACFC5164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trainer = 'Subha Prasad';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assets = ['Laptop', 'Monitor'];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return (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&lt;p&gt;{trainer}: {assets.length} assets&lt;/p&gt;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5EF6F-9FE7-4C2B-B6F2-F78EE6B1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Subha Prasad: 2 assets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2BD29-2B6B-4A9D-AAC1-AEBA81E7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292639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69935-DDE2-4972-A320-3B2FD030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REACT · 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9BFE7-51BC-4B42-AD02-49DEA592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One component, different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36727-491B-440F-879D-CCB7B769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parent supplies an asset through a prop.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child reads its name and status.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Reuse the same component for each asset.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3C64A-6B10-46A6-B3B2-72901CC8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function AssetCard({ asset }) {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&lt;h3&gt;{asset.name}&lt;/h3&gt;;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&lt;AssetCard asset={{ name: 'Laptop' }} /&gt;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&lt;AssetCard asset={{ name: 'Monitor' }} /&gt;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DA1CA-2DD7-48B9-8130-D9A8FBB7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Two headings: Laptop and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60F67-5CDE-4EE8-8505-BF2D06C3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9134410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48BF7-E951-4D7D-BB02-EFE38744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REACT ·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9C6DF-4BD5-4118-947C-53CE138C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Asset data becomes a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ECF88-B7BC-4FC0-8E0C-8059CD43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map returns one component for each asset.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key identifies each sibling using its stable ID.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asset prop carries the object into the child.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9EDEF-B457-481D-AFE8-10104A6C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{assets.map(asset =&gt; (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&lt;AssetCard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key={asset.id}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asset={asset}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/&gt;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))}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478A0-73C5-4E26-B003-0C4A5B23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Three objects produce three asset cards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DE724-7C22-4A0F-ABCE-41451C91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182817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437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38C13-0FB5-4EA8-AA8F-9D97901E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E8DF"/>
                </a:solidFill>
                <a:latin typeface="Arial"/>
                <a:ea typeface="Arial"/>
                <a:cs typeface="Arial"/>
              </a:rPr>
              <a:t>HANDS-ON ·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71DFE-5DAF-4DD1-88B8-17AD5134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Asset Dashboard demo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2C8D1-92D2-4555-B936-B613110706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c4e97261d4351"/>
          <a:stretch xmlns:a="http://schemas.openxmlformats.org/drawingml/2006/main"/>
        </p:blipFill>
        <p:spPr>
          <a:xfrm xmlns:a="http://schemas.openxmlformats.org/drawingml/2006/main">
            <a:off x="5730053" y="2095500"/>
            <a:ext cx="5589644" cy="4048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97649-3FC5-40DB-8576-7A698E34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381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the JavaScript lesson and predict its output.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 the three fictional asset objects.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App and find map plus filter.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Follow the asset prop into AssetCard.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FE326-F79F-4893-A311-53B9A1CB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2B4C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2670161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5DB0A-6647-4D69-B174-5AA2F10D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HANDS-ON · YOUR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EC952-C7D4-4AB3-B2AF-CDD6C48A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 fourth asset on the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862E4-D269-4AAA-A16E-A3EDACBA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Add this object to src/data/assets.js.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Save the file and observe the browser.</a:t>
            </a:r>
          </a:p>
          <a:p xmlns:a="http://schemas.openxmlformats.org/drawingml/2006/main">
            <a:pPr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Explain why both counts 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0FE9A-3989-44DD-8A3C-981A4D4C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id: 'A-104',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name: 'Training Mouse',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category: 'Accessory',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status: 'Available',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location: 'Delhi'</a:t>
            </a:r>
          </a:p>
          <a:p xmlns:a="http://schemas.openxmlformats.org/drawingml/2006/main">
            <a:pPr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2D1DB-C5DF-442A-93B6-643C32CD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Expected counts: 4 total, 3 available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49872-1AAF-470A-9254-9D83A333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331819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08D9C-EABF-4B58-A33E-9541CFA4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HANDS-ON · TROUBLESHOOTING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54326-F98E-474B-82A1-30E2B935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Common Day 1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E7A42-945C-40C0-A524-FBCEF93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missing comma can break an object or array.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lowercase component name behaves like an HTML tag.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 import path must match the file location.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missing list key causes a React warning.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DF3A1-7227-40CF-AB54-79113EB5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3567367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39AF8-EC63-45A1-96D9-CA0F5314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QUIZ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A2147-09A1-4DD7-843A-5B5D9689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Five questions before we finish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8CC03-7765-48F5-B916-0DEF149D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1. Which keyword allows reassignment?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2. Which method transforms every array item?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3. Which method selects matching items?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4. What belongs inside JSX braces?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5. How should a component name begin?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5874E-0CE5-4D8B-A101-67C4C868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77618597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437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8CC5C-80CF-43B9-BD47-8F08E376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E8DF"/>
                </a:solidFill>
                <a:latin typeface="Arial"/>
                <a:ea typeface="Arial"/>
                <a:cs typeface="Arial"/>
              </a:rPr>
              <a:t>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B2AD5-E86A-44FC-A522-15C14B81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you can now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5BF3D-C22B-40D0-869D-F0FF965F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JavaScript describes our asset data.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Functions and array methods work with that data.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Components return JSX to describe the screen.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same AssetCard displays different assets.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BBAD5-761E-407A-866B-7D71A816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2B4C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5443212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9FB1A-EE2B-4FB4-A24D-ABB20296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AFTER CLASS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5A48D-3AA0-4668-8204-6B491260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Practice and learning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39296-7925-46D5-BF73-902C394A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Homework: add serialNumber to each card.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Compute an Assigned count using filter.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Repeat the JavaScript lesson without copying.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React: react.dev/learn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JavaScript: MDN JavaScript Guide</a:t>
            </a:r>
          </a:p>
          <a:p xmlns:a="http://schemas.openxmlformats.org/drawingml/2006/main">
            <a:pPr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Vite: vite.dev/guide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95893-F194-4F36-9D33-A26C3244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102978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2026-10-11T15:53:29.4380000Z</dcterms:created>
  <dcterms:modified xsi:type="dcterms:W3CDTF">2026-10-11T15:53:29.4380000Z</dcterms:modified>
</coreProperties>
</file>